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5.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6.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18"/>
  </p:notesMasterIdLst>
  <p:sldIdLst>
    <p:sldId id="256" r:id="rId2"/>
    <p:sldId id="319" r:id="rId3"/>
    <p:sldId id="334" r:id="rId4"/>
    <p:sldId id="335" r:id="rId5"/>
    <p:sldId id="336" r:id="rId6"/>
    <p:sldId id="265" r:id="rId7"/>
    <p:sldId id="312" r:id="rId8"/>
    <p:sldId id="330" r:id="rId9"/>
    <p:sldId id="328" r:id="rId10"/>
    <p:sldId id="329" r:id="rId11"/>
    <p:sldId id="327" r:id="rId12"/>
    <p:sldId id="280" r:id="rId13"/>
    <p:sldId id="317" r:id="rId14"/>
    <p:sldId id="337" r:id="rId15"/>
    <p:sldId id="316" r:id="rId16"/>
    <p:sldId id="338" r:id="rId17"/>
  </p:sldIdLst>
  <p:sldSz cx="9144000" cy="5143500" type="screen16x9"/>
  <p:notesSz cx="6858000" cy="9144000"/>
  <p:embeddedFontLst>
    <p:embeddedFont>
      <p:font typeface="Anaheim" panose="020B0604020202020204" charset="0"/>
      <p:regular r:id="rId19"/>
      <p:bold r:id="rId20"/>
    </p:embeddedFont>
    <p:embeddedFont>
      <p:font typeface="Bebas Neue" panose="020B0606020202050201" pitchFamily="34" charset="0"/>
      <p:regular r:id="rId21"/>
    </p:embeddedFont>
    <p:embeddedFont>
      <p:font typeface="Lexend Deca" panose="020B0604020202020204"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478BDCB-7E11-4DF6-B6E7-2EF10FA1E5F6}">
  <a:tblStyle styleId="{1478BDCB-7E11-4DF6-B6E7-2EF10FA1E5F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1665BA0-E3F3-498D-99E4-620B601B5AF6}"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666" y="581"/>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bdul\OneDrive\Desktop\GA\Bank\1st_prj_Excel\FINALLLLL\Group1_British_Airways_Workbook.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bdul\OneDrive\Desktop\GA\Bank\1st_prj_Excel\FINALLLLL\Group1_British_Airways_Workbook%20(version%201).xlsb.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bdul\OneDrive\Desktop\GA\Bank\1st_prj_Excel\FINALLLLL\Group1_British_Airways_Workbook.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bdul\OneDrive\Desktop\GA\Bank\1st_prj_Excel\FINALLLLL\Group1_British_Airways_Workbook.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bdul\OneDrive\Desktop\GA\Bank\1st_prj_Excel\FINALLLLL\Group1_British_Airways_Workbook%20(version%201).xlsb.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bdul\OneDrive\Desktop\GA\Bank\1st_prj_Excel\FINALLLLL\Group1_British_Airways_Workbook.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bdul\OneDrive\Desktop\GA\Bank\1st_prj_Excel\FINALLLLL\Group1_British_Airways_Workbook%20(version%201).xlsb.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looy\Downloads\BA_Airline_Reviews%20FINAL%20final%20final%20(1).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alooy\Downloads\BA_Airline_Reviews%20FINAL%20final%20final%20(1).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[Group1_British_Airways_Workbook.xlsx]BA_AirlineReviews_Clean!PivotTable10</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500" b="1">
                <a:solidFill>
                  <a:schemeClr val="tx1"/>
                </a:solidFill>
              </a:rPr>
              <a:t>OVERALL RATING NPS</a:t>
            </a:r>
          </a:p>
        </c:rich>
      </c:tx>
      <c:layout>
        <c:manualLayout>
          <c:xMode val="edge"/>
          <c:yMode val="edge"/>
          <c:x val="0.2632082239720035"/>
          <c:y val="4.629629629629629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00B050"/>
          </a:solidFill>
          <a:ln w="19050">
            <a:solidFill>
              <a:schemeClr val="lt1"/>
            </a:solidFill>
          </a:ln>
          <a:effectLst/>
        </c:spPr>
      </c:pivotFmt>
      <c:pivotFmt>
        <c:idx val="2"/>
        <c:spPr>
          <a:solidFill>
            <a:srgbClr val="FFFF00"/>
          </a:solidFill>
          <a:ln w="19050">
            <a:solidFill>
              <a:schemeClr val="lt1"/>
            </a:solidFill>
          </a:ln>
          <a:effectLst/>
        </c:spPr>
      </c:pivotFmt>
      <c:pivotFmt>
        <c:idx val="3"/>
        <c:spPr>
          <a:solidFill>
            <a:srgbClr val="FF0000"/>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FF0000"/>
          </a:solidFill>
          <a:ln w="19050">
            <a:solidFill>
              <a:schemeClr val="lt1"/>
            </a:solidFill>
          </a:ln>
          <a:effectLst/>
        </c:spPr>
      </c:pivotFmt>
      <c:pivotFmt>
        <c:idx val="7"/>
        <c:spPr>
          <a:solidFill>
            <a:srgbClr val="FFFF00"/>
          </a:solidFill>
          <a:ln w="19050">
            <a:solidFill>
              <a:schemeClr val="lt1"/>
            </a:solidFill>
          </a:ln>
          <a:effectLst/>
        </c:spPr>
      </c:pivotFmt>
      <c:pivotFmt>
        <c:idx val="8"/>
        <c:spPr>
          <a:solidFill>
            <a:srgbClr val="00B050"/>
          </a:solidFill>
          <a:ln w="19050">
            <a:solidFill>
              <a:schemeClr val="lt1"/>
            </a:solidFill>
          </a:ln>
          <a:effectLst/>
        </c:spPr>
      </c:pivotFmt>
      <c:pivotFmt>
        <c:idx val="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rgbClr val="FF0000"/>
          </a:solidFill>
          <a:ln w="19050">
            <a:solidFill>
              <a:schemeClr val="lt1"/>
            </a:solidFill>
          </a:ln>
          <a:effectLst/>
        </c:spPr>
      </c:pivotFmt>
      <c:pivotFmt>
        <c:idx val="15"/>
        <c:spPr>
          <a:solidFill>
            <a:srgbClr val="FFFF00"/>
          </a:solidFill>
          <a:ln w="19050">
            <a:solidFill>
              <a:schemeClr val="lt1"/>
            </a:solidFill>
          </a:ln>
          <a:effectLst/>
        </c:spPr>
      </c:pivotFmt>
      <c:pivotFmt>
        <c:idx val="16"/>
        <c:spPr>
          <a:solidFill>
            <a:srgbClr val="00B050"/>
          </a:solidFill>
          <a:ln w="19050">
            <a:solidFill>
              <a:schemeClr val="lt1"/>
            </a:solidFill>
          </a:ln>
          <a:effectLst/>
        </c:spPr>
      </c:pivotFmt>
      <c:pivotFmt>
        <c:idx val="1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s>
    <c:plotArea>
      <c:layout/>
      <c:pieChart>
        <c:varyColors val="1"/>
        <c:ser>
          <c:idx val="0"/>
          <c:order val="0"/>
          <c:tx>
            <c:strRef>
              <c:f>BA_AirlineReviews_Clean!$Y$27</c:f>
              <c:strCache>
                <c:ptCount val="1"/>
                <c:pt idx="0">
                  <c:v>Count of overall_category</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DE0-4E7E-9160-1FD70E8B24C7}"/>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3-8DE0-4E7E-9160-1FD70E8B24C7}"/>
              </c:ext>
            </c:extLst>
          </c:dPt>
          <c:dPt>
            <c:idx val="2"/>
            <c:bubble3D val="0"/>
            <c:spPr>
              <a:solidFill>
                <a:schemeClr val="accent2"/>
              </a:solidFill>
              <a:ln w="19050">
                <a:solidFill>
                  <a:schemeClr val="lt1"/>
                </a:solidFill>
              </a:ln>
              <a:effectLst/>
            </c:spPr>
            <c:extLst>
              <c:ext xmlns:c16="http://schemas.microsoft.com/office/drawing/2014/chart" uri="{C3380CC4-5D6E-409C-BE32-E72D297353CC}">
                <c16:uniqueId val="{00000005-8DE0-4E7E-9160-1FD70E8B24C7}"/>
              </c:ext>
            </c:extLst>
          </c:dPt>
          <c:cat>
            <c:strRef>
              <c:f>BA_AirlineReviews_Clean!$X$28:$X$31</c:f>
              <c:strCache>
                <c:ptCount val="3"/>
                <c:pt idx="0">
                  <c:v>Detractors</c:v>
                </c:pt>
                <c:pt idx="1">
                  <c:v>Passives</c:v>
                </c:pt>
                <c:pt idx="2">
                  <c:v>Promoters</c:v>
                </c:pt>
              </c:strCache>
            </c:strRef>
          </c:cat>
          <c:val>
            <c:numRef>
              <c:f>BA_AirlineReviews_Clean!$Y$28:$Y$31</c:f>
              <c:numCache>
                <c:formatCode>0.00%</c:formatCode>
                <c:ptCount val="3"/>
                <c:pt idx="0">
                  <c:v>0.64279902359641983</c:v>
                </c:pt>
                <c:pt idx="1">
                  <c:v>0.18470301057770544</c:v>
                </c:pt>
                <c:pt idx="2">
                  <c:v>0.17249796582587471</c:v>
                </c:pt>
              </c:numCache>
            </c:numRef>
          </c:val>
          <c:extLst>
            <c:ext xmlns:c16="http://schemas.microsoft.com/office/drawing/2014/chart" uri="{C3380CC4-5D6E-409C-BE32-E72D297353CC}">
              <c16:uniqueId val="{00000006-8DE0-4E7E-9160-1FD70E8B24C7}"/>
            </c:ext>
          </c:extLst>
        </c:ser>
        <c:ser>
          <c:idx val="1"/>
          <c:order val="1"/>
          <c:tx>
            <c:strRef>
              <c:f>BA_AirlineReviews_Clean!$Z$27</c:f>
              <c:strCache>
                <c:ptCount val="1"/>
                <c:pt idx="0">
                  <c:v>Count of Recommended</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8-8DE0-4E7E-9160-1FD70E8B24C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A-8DE0-4E7E-9160-1FD70E8B24C7}"/>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C-8DE0-4E7E-9160-1FD70E8B24C7}"/>
              </c:ext>
            </c:extLst>
          </c:dPt>
          <c:cat>
            <c:strRef>
              <c:f>BA_AirlineReviews_Clean!$X$28:$X$31</c:f>
              <c:strCache>
                <c:ptCount val="3"/>
                <c:pt idx="0">
                  <c:v>Detractors</c:v>
                </c:pt>
                <c:pt idx="1">
                  <c:v>Passives</c:v>
                </c:pt>
                <c:pt idx="2">
                  <c:v>Promoters</c:v>
                </c:pt>
              </c:strCache>
            </c:strRef>
          </c:cat>
          <c:val>
            <c:numRef>
              <c:f>BA_AirlineReviews_Clean!$Z$28:$Z$31</c:f>
              <c:numCache>
                <c:formatCode>0.00%</c:formatCode>
                <c:ptCount val="3"/>
                <c:pt idx="0">
                  <c:v>0.64279902359641983</c:v>
                </c:pt>
                <c:pt idx="1">
                  <c:v>0.18470301057770544</c:v>
                </c:pt>
                <c:pt idx="2">
                  <c:v>0.17249796582587471</c:v>
                </c:pt>
              </c:numCache>
            </c:numRef>
          </c:val>
          <c:extLst>
            <c:ext xmlns:c16="http://schemas.microsoft.com/office/drawing/2014/chart" uri="{C3380CC4-5D6E-409C-BE32-E72D297353CC}">
              <c16:uniqueId val="{0000000D-8DE0-4E7E-9160-1FD70E8B24C7}"/>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[Group1_British_Airways_Workbook (version 1).xlsb.xlsx]BA_AirlineReviews_Clean!PivotTable1</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500" b="1">
                <a:solidFill>
                  <a:schemeClr val="tx1"/>
                </a:solidFill>
              </a:rPr>
              <a:t>RECOMMENDATION</a:t>
            </a:r>
          </a:p>
        </c:rich>
      </c:tx>
      <c:layout>
        <c:manualLayout>
          <c:xMode val="edge"/>
          <c:yMode val="edge"/>
          <c:x val="0.29851377952755903"/>
          <c:y val="3.240740740740740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s>
    <c:plotArea>
      <c:layout/>
      <c:pieChart>
        <c:varyColors val="1"/>
        <c:ser>
          <c:idx val="0"/>
          <c:order val="0"/>
          <c:tx>
            <c:strRef>
              <c:f>BA_AirlineReviews_Clean!$Y$43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D85-4D2E-A87C-CA25A382C53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D85-4D2E-A87C-CA25A382C53F}"/>
              </c:ext>
            </c:extLst>
          </c:dPt>
          <c:cat>
            <c:strRef>
              <c:f>BA_AirlineReviews_Clean!$X$44:$X$46</c:f>
              <c:strCache>
                <c:ptCount val="2"/>
                <c:pt idx="0">
                  <c:v>no</c:v>
                </c:pt>
                <c:pt idx="1">
                  <c:v>yes</c:v>
                </c:pt>
              </c:strCache>
            </c:strRef>
          </c:cat>
          <c:val>
            <c:numRef>
              <c:f>BA_AirlineReviews_Clean!$Y$44:$Y$46</c:f>
              <c:numCache>
                <c:formatCode>0.00%</c:formatCode>
                <c:ptCount val="2"/>
                <c:pt idx="0">
                  <c:v>0.59560618388934095</c:v>
                </c:pt>
                <c:pt idx="1">
                  <c:v>0.40439381611065905</c:v>
                </c:pt>
              </c:numCache>
            </c:numRef>
          </c:val>
          <c:extLst>
            <c:ext xmlns:c16="http://schemas.microsoft.com/office/drawing/2014/chart" uri="{C3380CC4-5D6E-409C-BE32-E72D297353CC}">
              <c16:uniqueId val="{00000004-0D85-4D2E-A87C-CA25A382C53F}"/>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[Group1_British_Airways_Workbook.xlsx]BA_AirlineReviews_Clean!PivotTable9</c:name>
    <c:fmtId val="7"/>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s>
    <c:plotArea>
      <c:layout/>
      <c:pieChart>
        <c:varyColors val="1"/>
        <c:ser>
          <c:idx val="0"/>
          <c:order val="0"/>
          <c:tx>
            <c:strRef>
              <c:f>BA_AirlineReviews_Clean!$Y$8</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33B-4D70-8450-213029B1788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33B-4D70-8450-213029B1788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33B-4D70-8450-213029B17889}"/>
              </c:ext>
            </c:extLst>
          </c:dPt>
          <c:cat>
            <c:strRef>
              <c:f>BA_AirlineReviews_Clean!$X$9:$X$12</c:f>
              <c:strCache>
                <c:ptCount val="3"/>
                <c:pt idx="0">
                  <c:v>Long Haul</c:v>
                </c:pt>
                <c:pt idx="1">
                  <c:v>Medium Haul</c:v>
                </c:pt>
                <c:pt idx="2">
                  <c:v>Short Haul</c:v>
                </c:pt>
              </c:strCache>
            </c:strRef>
          </c:cat>
          <c:val>
            <c:numRef>
              <c:f>BA_AirlineReviews_Clean!$Y$9:$Y$12</c:f>
              <c:numCache>
                <c:formatCode>0.00%</c:formatCode>
                <c:ptCount val="3"/>
                <c:pt idx="0">
                  <c:v>0.62692731277533043</c:v>
                </c:pt>
                <c:pt idx="1">
                  <c:v>9.7742290748898675E-2</c:v>
                </c:pt>
                <c:pt idx="2">
                  <c:v>0.2753303964757709</c:v>
                </c:pt>
              </c:numCache>
            </c:numRef>
          </c:val>
          <c:extLst>
            <c:ext xmlns:c16="http://schemas.microsoft.com/office/drawing/2014/chart" uri="{C3380CC4-5D6E-409C-BE32-E72D297353CC}">
              <c16:uniqueId val="{00000006-133B-4D70-8450-213029B17889}"/>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[Group1_British_Airways_Workbook.xlsx]Short_Hauls!PivotTable5</c:name>
    <c:fmtId val="4"/>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5.0261816446497909E-2"/>
          <c:y val="5.2252974716592133E-2"/>
          <c:w val="0.55855361055074726"/>
          <c:h val="0.84333608125879922"/>
        </c:manualLayout>
      </c:layout>
      <c:barChart>
        <c:barDir val="col"/>
        <c:grouping val="clustered"/>
        <c:varyColors val="0"/>
        <c:ser>
          <c:idx val="0"/>
          <c:order val="0"/>
          <c:tx>
            <c:strRef>
              <c:f>Short_Hauls!$M$36</c:f>
              <c:strCache>
                <c:ptCount val="1"/>
                <c:pt idx="0">
                  <c:v>Average of ValueForMoney</c:v>
                </c:pt>
              </c:strCache>
            </c:strRef>
          </c:tx>
          <c:spPr>
            <a:solidFill>
              <a:schemeClr val="accent1"/>
            </a:solidFill>
            <a:ln>
              <a:noFill/>
            </a:ln>
            <a:effectLst/>
          </c:spPr>
          <c:invertIfNegative val="0"/>
          <c:cat>
            <c:strRef>
              <c:f>Short_Hauls!$M$37</c:f>
              <c:strCache>
                <c:ptCount val="1"/>
                <c:pt idx="0">
                  <c:v>Total</c:v>
                </c:pt>
              </c:strCache>
            </c:strRef>
          </c:cat>
          <c:val>
            <c:numRef>
              <c:f>Short_Hauls!$M$37</c:f>
              <c:numCache>
                <c:formatCode>General</c:formatCode>
                <c:ptCount val="1"/>
                <c:pt idx="0">
                  <c:v>5.3214659685863879</c:v>
                </c:pt>
              </c:numCache>
            </c:numRef>
          </c:val>
          <c:extLst>
            <c:ext xmlns:c16="http://schemas.microsoft.com/office/drawing/2014/chart" uri="{C3380CC4-5D6E-409C-BE32-E72D297353CC}">
              <c16:uniqueId val="{00000000-1C8E-430E-A129-5AF9A8217ADB}"/>
            </c:ext>
          </c:extLst>
        </c:ser>
        <c:ser>
          <c:idx val="1"/>
          <c:order val="1"/>
          <c:tx>
            <c:strRef>
              <c:f>Short_Hauls!$N$36</c:f>
              <c:strCache>
                <c:ptCount val="1"/>
                <c:pt idx="0">
                  <c:v>Average of SeatComfort</c:v>
                </c:pt>
              </c:strCache>
            </c:strRef>
          </c:tx>
          <c:spPr>
            <a:solidFill>
              <a:schemeClr val="accent2"/>
            </a:solidFill>
            <a:ln>
              <a:noFill/>
            </a:ln>
            <a:effectLst/>
          </c:spPr>
          <c:invertIfNegative val="0"/>
          <c:cat>
            <c:strRef>
              <c:f>Short_Hauls!$M$37</c:f>
              <c:strCache>
                <c:ptCount val="1"/>
                <c:pt idx="0">
                  <c:v>Total</c:v>
                </c:pt>
              </c:strCache>
            </c:strRef>
          </c:cat>
          <c:val>
            <c:numRef>
              <c:f>Short_Hauls!$N$37</c:f>
              <c:numCache>
                <c:formatCode>General</c:formatCode>
                <c:ptCount val="1"/>
                <c:pt idx="0">
                  <c:v>5.6293193717277488</c:v>
                </c:pt>
              </c:numCache>
            </c:numRef>
          </c:val>
          <c:extLst>
            <c:ext xmlns:c16="http://schemas.microsoft.com/office/drawing/2014/chart" uri="{C3380CC4-5D6E-409C-BE32-E72D297353CC}">
              <c16:uniqueId val="{00000001-1C8E-430E-A129-5AF9A8217ADB}"/>
            </c:ext>
          </c:extLst>
        </c:ser>
        <c:ser>
          <c:idx val="2"/>
          <c:order val="2"/>
          <c:tx>
            <c:strRef>
              <c:f>Short_Hauls!$O$36</c:f>
              <c:strCache>
                <c:ptCount val="1"/>
                <c:pt idx="0">
                  <c:v>Average of CabinStaffService</c:v>
                </c:pt>
              </c:strCache>
            </c:strRef>
          </c:tx>
          <c:spPr>
            <a:solidFill>
              <a:schemeClr val="accent3"/>
            </a:solidFill>
            <a:ln>
              <a:noFill/>
            </a:ln>
            <a:effectLst/>
          </c:spPr>
          <c:invertIfNegative val="0"/>
          <c:cat>
            <c:strRef>
              <c:f>Short_Hauls!$M$37</c:f>
              <c:strCache>
                <c:ptCount val="1"/>
                <c:pt idx="0">
                  <c:v>Total</c:v>
                </c:pt>
              </c:strCache>
            </c:strRef>
          </c:cat>
          <c:val>
            <c:numRef>
              <c:f>Short_Hauls!$O$37</c:f>
              <c:numCache>
                <c:formatCode>General</c:formatCode>
                <c:ptCount val="1"/>
                <c:pt idx="0">
                  <c:v>6.4272251308900525</c:v>
                </c:pt>
              </c:numCache>
            </c:numRef>
          </c:val>
          <c:extLst>
            <c:ext xmlns:c16="http://schemas.microsoft.com/office/drawing/2014/chart" uri="{C3380CC4-5D6E-409C-BE32-E72D297353CC}">
              <c16:uniqueId val="{00000002-1C8E-430E-A129-5AF9A8217ADB}"/>
            </c:ext>
          </c:extLst>
        </c:ser>
        <c:dLbls>
          <c:showLegendKey val="0"/>
          <c:showVal val="0"/>
          <c:showCatName val="0"/>
          <c:showSerName val="0"/>
          <c:showPercent val="0"/>
          <c:showBubbleSize val="0"/>
        </c:dLbls>
        <c:gapWidth val="219"/>
        <c:overlap val="-27"/>
        <c:axId val="1648844464"/>
        <c:axId val="1648844944"/>
      </c:barChart>
      <c:catAx>
        <c:axId val="1648844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48844944"/>
        <c:crosses val="autoZero"/>
        <c:auto val="1"/>
        <c:lblAlgn val="ctr"/>
        <c:lblOffset val="100"/>
        <c:noMultiLvlLbl val="0"/>
      </c:catAx>
      <c:valAx>
        <c:axId val="1648844944"/>
        <c:scaling>
          <c:orientation val="minMax"/>
          <c:max val="10"/>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48844464"/>
        <c:crosses val="autoZero"/>
        <c:crossBetween val="between"/>
      </c:valAx>
      <c:spPr>
        <a:noFill/>
        <a:ln>
          <a:noFill/>
        </a:ln>
        <a:effectLst/>
      </c:spPr>
    </c:plotArea>
    <c:legend>
      <c:legendPos val="r"/>
      <c:layout>
        <c:manualLayout>
          <c:xMode val="edge"/>
          <c:yMode val="edge"/>
          <c:x val="0.55586429795449122"/>
          <c:y val="0.27435729215135635"/>
          <c:w val="0.37526517862953079"/>
          <c:h val="0.43228433398216293"/>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[Group1_British_Airways_Workbook (version 1).xlsb.xlsx]Long_Hauls!PivotTable4</c:name>
    <c:fmtId val="7"/>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Long_Hauls!$L$26</c:f>
              <c:strCache>
                <c:ptCount val="1"/>
                <c:pt idx="0">
                  <c:v>Average of ValueForMoney</c:v>
                </c:pt>
              </c:strCache>
            </c:strRef>
          </c:tx>
          <c:spPr>
            <a:solidFill>
              <a:schemeClr val="accent1"/>
            </a:solidFill>
            <a:ln>
              <a:noFill/>
            </a:ln>
            <a:effectLst/>
          </c:spPr>
          <c:invertIfNegative val="0"/>
          <c:cat>
            <c:strRef>
              <c:f>Long_Hauls!$L$27</c:f>
              <c:strCache>
                <c:ptCount val="1"/>
                <c:pt idx="0">
                  <c:v>Total</c:v>
                </c:pt>
              </c:strCache>
            </c:strRef>
          </c:cat>
          <c:val>
            <c:numRef>
              <c:f>Long_Hauls!$L$27</c:f>
              <c:numCache>
                <c:formatCode>General</c:formatCode>
                <c:ptCount val="1"/>
                <c:pt idx="0">
                  <c:v>5.5087873462214407</c:v>
                </c:pt>
              </c:numCache>
            </c:numRef>
          </c:val>
          <c:extLst>
            <c:ext xmlns:c16="http://schemas.microsoft.com/office/drawing/2014/chart" uri="{C3380CC4-5D6E-409C-BE32-E72D297353CC}">
              <c16:uniqueId val="{00000000-DCFC-42E6-A746-F39EE9B9A9C6}"/>
            </c:ext>
          </c:extLst>
        </c:ser>
        <c:ser>
          <c:idx val="1"/>
          <c:order val="1"/>
          <c:tx>
            <c:strRef>
              <c:f>Long_Hauls!$M$26</c:f>
              <c:strCache>
                <c:ptCount val="1"/>
                <c:pt idx="0">
                  <c:v>Average of SeatComfort</c:v>
                </c:pt>
              </c:strCache>
            </c:strRef>
          </c:tx>
          <c:spPr>
            <a:solidFill>
              <a:schemeClr val="accent2"/>
            </a:solidFill>
            <a:ln>
              <a:noFill/>
            </a:ln>
            <a:effectLst/>
          </c:spPr>
          <c:invertIfNegative val="0"/>
          <c:cat>
            <c:strRef>
              <c:f>Long_Hauls!$L$27</c:f>
              <c:strCache>
                <c:ptCount val="1"/>
                <c:pt idx="0">
                  <c:v>Total</c:v>
                </c:pt>
              </c:strCache>
            </c:strRef>
          </c:cat>
          <c:val>
            <c:numRef>
              <c:f>Long_Hauls!$M$27</c:f>
              <c:numCache>
                <c:formatCode>General</c:formatCode>
                <c:ptCount val="1"/>
                <c:pt idx="0">
                  <c:v>5.8676271949572261</c:v>
                </c:pt>
              </c:numCache>
            </c:numRef>
          </c:val>
          <c:extLst>
            <c:ext xmlns:c16="http://schemas.microsoft.com/office/drawing/2014/chart" uri="{C3380CC4-5D6E-409C-BE32-E72D297353CC}">
              <c16:uniqueId val="{00000001-DCFC-42E6-A746-F39EE9B9A9C6}"/>
            </c:ext>
          </c:extLst>
        </c:ser>
        <c:ser>
          <c:idx val="2"/>
          <c:order val="2"/>
          <c:tx>
            <c:strRef>
              <c:f>Long_Hauls!$N$26</c:f>
              <c:strCache>
                <c:ptCount val="1"/>
                <c:pt idx="0">
                  <c:v>Average of InflightEntertainment</c:v>
                </c:pt>
              </c:strCache>
            </c:strRef>
          </c:tx>
          <c:spPr>
            <a:solidFill>
              <a:schemeClr val="accent3"/>
            </a:solidFill>
            <a:ln>
              <a:noFill/>
            </a:ln>
            <a:effectLst/>
          </c:spPr>
          <c:invertIfNegative val="0"/>
          <c:cat>
            <c:strRef>
              <c:f>Long_Hauls!$L$27</c:f>
              <c:strCache>
                <c:ptCount val="1"/>
                <c:pt idx="0">
                  <c:v>Total</c:v>
                </c:pt>
              </c:strCache>
            </c:strRef>
          </c:cat>
          <c:val>
            <c:numRef>
              <c:f>Long_Hauls!$N$27</c:f>
              <c:numCache>
                <c:formatCode>General</c:formatCode>
                <c:ptCount val="1"/>
                <c:pt idx="0">
                  <c:v>5.76162215628091</c:v>
                </c:pt>
              </c:numCache>
            </c:numRef>
          </c:val>
          <c:extLst>
            <c:ext xmlns:c16="http://schemas.microsoft.com/office/drawing/2014/chart" uri="{C3380CC4-5D6E-409C-BE32-E72D297353CC}">
              <c16:uniqueId val="{00000002-DCFC-42E6-A746-F39EE9B9A9C6}"/>
            </c:ext>
          </c:extLst>
        </c:ser>
        <c:ser>
          <c:idx val="3"/>
          <c:order val="3"/>
          <c:tx>
            <c:strRef>
              <c:f>Long_Hauls!$O$26</c:f>
              <c:strCache>
                <c:ptCount val="1"/>
                <c:pt idx="0">
                  <c:v>Average of Food&amp;Beverages</c:v>
                </c:pt>
              </c:strCache>
            </c:strRef>
          </c:tx>
          <c:spPr>
            <a:solidFill>
              <a:schemeClr val="accent4"/>
            </a:solidFill>
            <a:ln>
              <a:noFill/>
            </a:ln>
            <a:effectLst/>
          </c:spPr>
          <c:invertIfNegative val="0"/>
          <c:cat>
            <c:strRef>
              <c:f>Long_Hauls!$L$27</c:f>
              <c:strCache>
                <c:ptCount val="1"/>
                <c:pt idx="0">
                  <c:v>Total</c:v>
                </c:pt>
              </c:strCache>
            </c:strRef>
          </c:cat>
          <c:val>
            <c:numRef>
              <c:f>Long_Hauls!$O$27</c:f>
              <c:numCache>
                <c:formatCode>General</c:formatCode>
                <c:ptCount val="1"/>
                <c:pt idx="0">
                  <c:v>5.5255338904363978</c:v>
                </c:pt>
              </c:numCache>
            </c:numRef>
          </c:val>
          <c:extLst>
            <c:ext xmlns:c16="http://schemas.microsoft.com/office/drawing/2014/chart" uri="{C3380CC4-5D6E-409C-BE32-E72D297353CC}">
              <c16:uniqueId val="{00000003-DCFC-42E6-A746-F39EE9B9A9C6}"/>
            </c:ext>
          </c:extLst>
        </c:ser>
        <c:dLbls>
          <c:showLegendKey val="0"/>
          <c:showVal val="0"/>
          <c:showCatName val="0"/>
          <c:showSerName val="0"/>
          <c:showPercent val="0"/>
          <c:showBubbleSize val="0"/>
        </c:dLbls>
        <c:gapWidth val="219"/>
        <c:overlap val="-27"/>
        <c:axId val="2081132831"/>
        <c:axId val="2081133311"/>
      </c:barChart>
      <c:catAx>
        <c:axId val="20811328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1133311"/>
        <c:crosses val="autoZero"/>
        <c:auto val="1"/>
        <c:lblAlgn val="ctr"/>
        <c:lblOffset val="100"/>
        <c:noMultiLvlLbl val="0"/>
      </c:catAx>
      <c:valAx>
        <c:axId val="2081133311"/>
        <c:scaling>
          <c:orientation val="minMax"/>
          <c:max val="10"/>
          <c:min val="1"/>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1132831"/>
        <c:crosses val="autoZero"/>
        <c:crossBetween val="between"/>
      </c:valAx>
      <c:spPr>
        <a:noFill/>
        <a:ln>
          <a:noFill/>
        </a:ln>
        <a:effectLst/>
      </c:spPr>
    </c:plotArea>
    <c:legend>
      <c:legendPos val="r"/>
      <c:layout>
        <c:manualLayout>
          <c:xMode val="edge"/>
          <c:yMode val="edge"/>
          <c:x val="0.57222222222222219"/>
          <c:y val="0.11573126275882181"/>
          <c:w val="0.38333333333333336"/>
          <c:h val="0.78705599300087492"/>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[Group1_British_Airways_Workbook.xlsx]Short_Hauls!PivotTable7</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chemeClr val="tx1"/>
                </a:solidFill>
              </a:rPr>
              <a:t>SHORT</a:t>
            </a:r>
          </a:p>
        </c:rich>
      </c:tx>
      <c:layout>
        <c:manualLayout>
          <c:xMode val="edge"/>
          <c:yMode val="edge"/>
          <c:x val="0.24027777777777778"/>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s>
    <c:plotArea>
      <c:layout/>
      <c:pieChart>
        <c:varyColors val="1"/>
        <c:ser>
          <c:idx val="0"/>
          <c:order val="0"/>
          <c:tx>
            <c:strRef>
              <c:f>Short_Hauls!$AJ$23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396-4ACA-9F81-E0D3795BCD0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396-4ACA-9F81-E0D3795BCD0E}"/>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396-4ACA-9F81-E0D3795BCD0E}"/>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396-4ACA-9F81-E0D3795BCD0E}"/>
              </c:ext>
            </c:extLst>
          </c:dPt>
          <c:cat>
            <c:strRef>
              <c:f>Short_Hauls!$AI$24:$AI$28</c:f>
              <c:strCache>
                <c:ptCount val="4"/>
                <c:pt idx="0">
                  <c:v>Business Class</c:v>
                </c:pt>
                <c:pt idx="1">
                  <c:v>Economy Class</c:v>
                </c:pt>
                <c:pt idx="2">
                  <c:v>First Class</c:v>
                </c:pt>
                <c:pt idx="3">
                  <c:v>Premium Economy</c:v>
                </c:pt>
              </c:strCache>
            </c:strRef>
          </c:cat>
          <c:val>
            <c:numRef>
              <c:f>Short_Hauls!$AJ$24:$AJ$28</c:f>
              <c:numCache>
                <c:formatCode>General</c:formatCode>
                <c:ptCount val="4"/>
                <c:pt idx="0">
                  <c:v>308</c:v>
                </c:pt>
                <c:pt idx="1">
                  <c:v>635</c:v>
                </c:pt>
                <c:pt idx="2">
                  <c:v>4</c:v>
                </c:pt>
                <c:pt idx="3">
                  <c:v>8</c:v>
                </c:pt>
              </c:numCache>
            </c:numRef>
          </c:val>
          <c:extLst>
            <c:ext xmlns:c16="http://schemas.microsoft.com/office/drawing/2014/chart" uri="{C3380CC4-5D6E-409C-BE32-E72D297353CC}">
              <c16:uniqueId val="{00000009-21A5-4ACF-ACDA-CB4A4B2B2196}"/>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7583027121609796"/>
          <c:y val="0.37137029746281719"/>
          <c:w val="0.32416972878390199"/>
          <c:h val="0.3364260717410324"/>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[Group1_British_Airways_Workbook (version 1).xlsb.xlsx]Long_Hauls!PivotTable5</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chemeClr val="tx1"/>
                </a:solidFill>
              </a:rPr>
              <a:t>LONG</a:t>
            </a:r>
          </a:p>
        </c:rich>
      </c:tx>
      <c:layout>
        <c:manualLayout>
          <c:xMode val="edge"/>
          <c:yMode val="edge"/>
          <c:x val="0.42994444444444441"/>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s>
    <c:plotArea>
      <c:layout/>
      <c:pieChart>
        <c:varyColors val="1"/>
        <c:ser>
          <c:idx val="0"/>
          <c:order val="0"/>
          <c:tx>
            <c:strRef>
              <c:f>Long_Hauls!$M$50</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512-4CBA-AC79-6C5106D6A1C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6512-4CBA-AC79-6C5106D6A1C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512-4CBA-AC79-6C5106D6A1C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512-4CBA-AC79-6C5106D6A1CF}"/>
              </c:ext>
            </c:extLst>
          </c:dPt>
          <c:cat>
            <c:strRef>
              <c:f>Long_Hauls!$L$51:$L$55</c:f>
              <c:strCache>
                <c:ptCount val="4"/>
                <c:pt idx="0">
                  <c:v>Business Class</c:v>
                </c:pt>
                <c:pt idx="1">
                  <c:v>Economy Class</c:v>
                </c:pt>
                <c:pt idx="2">
                  <c:v>First Class</c:v>
                </c:pt>
                <c:pt idx="3">
                  <c:v>Premium Economy</c:v>
                </c:pt>
              </c:strCache>
            </c:strRef>
          </c:cat>
          <c:val>
            <c:numRef>
              <c:f>Long_Hauls!$M$51:$M$55</c:f>
              <c:numCache>
                <c:formatCode>General</c:formatCode>
                <c:ptCount val="4"/>
                <c:pt idx="0">
                  <c:v>714</c:v>
                </c:pt>
                <c:pt idx="1">
                  <c:v>1020</c:v>
                </c:pt>
                <c:pt idx="2">
                  <c:v>201</c:v>
                </c:pt>
                <c:pt idx="3">
                  <c:v>341</c:v>
                </c:pt>
              </c:numCache>
            </c:numRef>
          </c:val>
          <c:extLst>
            <c:ext xmlns:c16="http://schemas.microsoft.com/office/drawing/2014/chart" uri="{C3380CC4-5D6E-409C-BE32-E72D297353CC}">
              <c16:uniqueId val="{00000008-6512-4CBA-AC79-6C5106D6A1CF}"/>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[BA_Airline_Reviews FINAL final final (1).xlsx]Value_For_Money_Overtime!PivotTable9</c:name>
    <c:fmtId val="7"/>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Value_For_Money_Overtime!$B$3</c:f>
              <c:strCache>
                <c:ptCount val="1"/>
                <c:pt idx="0">
                  <c:v>Total</c:v>
                </c:pt>
              </c:strCache>
            </c:strRef>
          </c:tx>
          <c:spPr>
            <a:ln w="28575" cap="rnd">
              <a:solidFill>
                <a:schemeClr val="accent6"/>
              </a:solidFill>
              <a:round/>
            </a:ln>
            <a:effectLst/>
          </c:spPr>
          <c:marker>
            <c:symbol val="none"/>
          </c:marker>
          <c:cat>
            <c:strRef>
              <c:f>Value_For_Money_Overtime!$A$4:$A$14</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Value_For_Money_Overtime!$B$4:$B$14</c:f>
              <c:numCache>
                <c:formatCode>General</c:formatCode>
                <c:ptCount val="10"/>
                <c:pt idx="0">
                  <c:v>6.4444444444444446</c:v>
                </c:pt>
                <c:pt idx="1">
                  <c:v>5.6779661016949152</c:v>
                </c:pt>
                <c:pt idx="2">
                  <c:v>5.4138543516873892</c:v>
                </c:pt>
                <c:pt idx="3">
                  <c:v>4.5714285714285712</c:v>
                </c:pt>
                <c:pt idx="4">
                  <c:v>5.2011834319526624</c:v>
                </c:pt>
                <c:pt idx="5">
                  <c:v>5.3511904761904763</c:v>
                </c:pt>
                <c:pt idx="6">
                  <c:v>4.7659574468085104</c:v>
                </c:pt>
                <c:pt idx="7">
                  <c:v>5.161290322580645</c:v>
                </c:pt>
                <c:pt idx="8">
                  <c:v>4.5622119815668203</c:v>
                </c:pt>
                <c:pt idx="9">
                  <c:v>3.98326359832636</c:v>
                </c:pt>
              </c:numCache>
            </c:numRef>
          </c:val>
          <c:smooth val="0"/>
          <c:extLst>
            <c:ext xmlns:c16="http://schemas.microsoft.com/office/drawing/2014/chart" uri="{C3380CC4-5D6E-409C-BE32-E72D297353CC}">
              <c16:uniqueId val="{00000000-3A1C-486B-BB91-F9A3E50CE381}"/>
            </c:ext>
          </c:extLst>
        </c:ser>
        <c:dLbls>
          <c:showLegendKey val="0"/>
          <c:showVal val="0"/>
          <c:showCatName val="0"/>
          <c:showSerName val="0"/>
          <c:showPercent val="0"/>
          <c:showBubbleSize val="0"/>
        </c:dLbls>
        <c:smooth val="0"/>
        <c:axId val="1277520336"/>
        <c:axId val="1277521296"/>
      </c:lineChart>
      <c:catAx>
        <c:axId val="1277520336"/>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97" b="0" i="0" u="none" strike="noStrike" kern="1200" baseline="0">
                <a:solidFill>
                  <a:schemeClr val="accent6"/>
                </a:solidFill>
                <a:latin typeface="+mn-lt"/>
                <a:ea typeface="+mn-ea"/>
                <a:cs typeface="+mn-cs"/>
              </a:defRPr>
            </a:pPr>
            <a:endParaRPr lang="en-US"/>
          </a:p>
        </c:txPr>
        <c:crossAx val="1277521296"/>
        <c:crosses val="autoZero"/>
        <c:auto val="1"/>
        <c:lblAlgn val="ctr"/>
        <c:lblOffset val="100"/>
        <c:noMultiLvlLbl val="0"/>
      </c:catAx>
      <c:valAx>
        <c:axId val="127752129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1197" b="0" i="0" u="none" strike="noStrike" kern="1200" baseline="0">
                <a:solidFill>
                  <a:schemeClr val="accent6"/>
                </a:solidFill>
                <a:latin typeface="+mn-lt"/>
                <a:ea typeface="+mn-ea"/>
                <a:cs typeface="+mn-cs"/>
              </a:defRPr>
            </a:pPr>
            <a:endParaRPr lang="en-US"/>
          </a:p>
        </c:txPr>
        <c:crossAx val="127752033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accent6"/>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solidFill>
    <a:ln>
      <a:noFill/>
    </a:ln>
    <a:effectLst/>
  </c:spPr>
  <c:txPr>
    <a:bodyPr/>
    <a:lstStyle/>
    <a:p>
      <a:pPr>
        <a:defRPr>
          <a:solidFill>
            <a:schemeClr val="accent6"/>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[BA_Airline_Reviews FINAL final final (1).xlsx]Value_For_Money_Reco!PivotTable12</c:name>
    <c:fmtId val="19"/>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s>
    <c:plotArea>
      <c:layout/>
      <c:pieChart>
        <c:varyColors val="1"/>
        <c:ser>
          <c:idx val="0"/>
          <c:order val="0"/>
          <c:tx>
            <c:strRef>
              <c:f>Value_For_Money_Reco!$B$3:$B$4</c:f>
              <c:strCache>
                <c:ptCount val="1"/>
                <c:pt idx="0">
                  <c:v>Above_Average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2D-4540-ACB7-ED0B26603A3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82D-4540-ACB7-ED0B26603A30}"/>
              </c:ext>
            </c:extLst>
          </c:dPt>
          <c:cat>
            <c:strRef>
              <c:f>Value_For_Money_Reco!$A$5:$A$7</c:f>
              <c:strCache>
                <c:ptCount val="2"/>
                <c:pt idx="0">
                  <c:v>no</c:v>
                </c:pt>
                <c:pt idx="1">
                  <c:v>yes</c:v>
                </c:pt>
              </c:strCache>
            </c:strRef>
          </c:cat>
          <c:val>
            <c:numRef>
              <c:f>Value_For_Money_Reco!$B$5:$B$7</c:f>
              <c:numCache>
                <c:formatCode>General</c:formatCode>
                <c:ptCount val="2"/>
                <c:pt idx="0">
                  <c:v>464</c:v>
                </c:pt>
                <c:pt idx="1">
                  <c:v>1447</c:v>
                </c:pt>
              </c:numCache>
            </c:numRef>
          </c:val>
          <c:extLst>
            <c:ext xmlns:c16="http://schemas.microsoft.com/office/drawing/2014/chart" uri="{C3380CC4-5D6E-409C-BE32-E72D297353CC}">
              <c16:uniqueId val="{00000004-882D-4540-ACB7-ED0B26603A30}"/>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2"/>
        <p:cNvGrpSpPr/>
        <p:nvPr/>
      </p:nvGrpSpPr>
      <p:grpSpPr>
        <a:xfrm>
          <a:off x="0" y="0"/>
          <a:ext cx="0" cy="0"/>
          <a:chOff x="0" y="0"/>
          <a:chExt cx="0" cy="0"/>
        </a:xfrm>
      </p:grpSpPr>
      <p:sp>
        <p:nvSpPr>
          <p:cNvPr id="3363" name="Google Shape;3363;g21b8e9c55f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4" name="Google Shape;3364;g21b8e9c55f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5">
          <a:extLst>
            <a:ext uri="{FF2B5EF4-FFF2-40B4-BE49-F238E27FC236}">
              <a16:creationId xmlns:a16="http://schemas.microsoft.com/office/drawing/2014/main" id="{AEC330C4-2456-6ACE-407E-FEDB257DD8B8}"/>
            </a:ext>
          </a:extLst>
        </p:cNvPr>
        <p:cNvGrpSpPr/>
        <p:nvPr/>
      </p:nvGrpSpPr>
      <p:grpSpPr>
        <a:xfrm>
          <a:off x="0" y="0"/>
          <a:ext cx="0" cy="0"/>
          <a:chOff x="0" y="0"/>
          <a:chExt cx="0" cy="0"/>
        </a:xfrm>
      </p:grpSpPr>
      <p:sp>
        <p:nvSpPr>
          <p:cNvPr id="3796" name="Google Shape;3796;gd431007ba2_0_215:notes">
            <a:extLst>
              <a:ext uri="{FF2B5EF4-FFF2-40B4-BE49-F238E27FC236}">
                <a16:creationId xmlns:a16="http://schemas.microsoft.com/office/drawing/2014/main" id="{E6D37C6F-0049-F75A-50EC-C0E79B3BCE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7" name="Google Shape;3797;gd431007ba2_0_215:notes">
            <a:extLst>
              <a:ext uri="{FF2B5EF4-FFF2-40B4-BE49-F238E27FC236}">
                <a16:creationId xmlns:a16="http://schemas.microsoft.com/office/drawing/2014/main" id="{138D7217-A35C-4797-531E-A192B394EC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833966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5"/>
        <p:cNvGrpSpPr/>
        <p:nvPr/>
      </p:nvGrpSpPr>
      <p:grpSpPr>
        <a:xfrm>
          <a:off x="0" y="0"/>
          <a:ext cx="0" cy="0"/>
          <a:chOff x="0" y="0"/>
          <a:chExt cx="0" cy="0"/>
        </a:xfrm>
      </p:grpSpPr>
      <p:sp>
        <p:nvSpPr>
          <p:cNvPr id="4866" name="Google Shape;486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7" name="Google Shape;486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2">
          <a:extLst>
            <a:ext uri="{FF2B5EF4-FFF2-40B4-BE49-F238E27FC236}">
              <a16:creationId xmlns:a16="http://schemas.microsoft.com/office/drawing/2014/main" id="{F99F0A62-5E56-CB07-C988-1793AA321185}"/>
            </a:ext>
          </a:extLst>
        </p:cNvPr>
        <p:cNvGrpSpPr/>
        <p:nvPr/>
      </p:nvGrpSpPr>
      <p:grpSpPr>
        <a:xfrm>
          <a:off x="0" y="0"/>
          <a:ext cx="0" cy="0"/>
          <a:chOff x="0" y="0"/>
          <a:chExt cx="0" cy="0"/>
        </a:xfrm>
      </p:grpSpPr>
      <p:sp>
        <p:nvSpPr>
          <p:cNvPr id="6213" name="Google Shape;6213;g54dda1946d_4_2720:notes">
            <a:extLst>
              <a:ext uri="{FF2B5EF4-FFF2-40B4-BE49-F238E27FC236}">
                <a16:creationId xmlns:a16="http://schemas.microsoft.com/office/drawing/2014/main" id="{E62D41B3-0593-BC38-5226-D5D5D86C6F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4" name="Google Shape;6214;g54dda1946d_4_2720:notes">
            <a:extLst>
              <a:ext uri="{FF2B5EF4-FFF2-40B4-BE49-F238E27FC236}">
                <a16:creationId xmlns:a16="http://schemas.microsoft.com/office/drawing/2014/main" id="{4C262762-E1D9-015D-B0F8-44C34B64B6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6158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8"/>
        <p:cNvGrpSpPr/>
        <p:nvPr/>
      </p:nvGrpSpPr>
      <p:grpSpPr>
        <a:xfrm>
          <a:off x="0" y="0"/>
          <a:ext cx="0" cy="0"/>
          <a:chOff x="0" y="0"/>
          <a:chExt cx="0" cy="0"/>
        </a:xfrm>
      </p:grpSpPr>
      <p:sp>
        <p:nvSpPr>
          <p:cNvPr id="6319" name="Google Shape;6319;g21dee8f8262_0_210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0" name="Google Shape;6320;g21dee8f8262_0_210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8">
          <a:extLst>
            <a:ext uri="{FF2B5EF4-FFF2-40B4-BE49-F238E27FC236}">
              <a16:creationId xmlns:a16="http://schemas.microsoft.com/office/drawing/2014/main" id="{B1AF0F50-800B-C7A9-D6ED-89DB70293160}"/>
            </a:ext>
          </a:extLst>
        </p:cNvPr>
        <p:cNvGrpSpPr/>
        <p:nvPr/>
      </p:nvGrpSpPr>
      <p:grpSpPr>
        <a:xfrm>
          <a:off x="0" y="0"/>
          <a:ext cx="0" cy="0"/>
          <a:chOff x="0" y="0"/>
          <a:chExt cx="0" cy="0"/>
        </a:xfrm>
      </p:grpSpPr>
      <p:sp>
        <p:nvSpPr>
          <p:cNvPr id="6319" name="Google Shape;6319;g21dee8f8262_0_21026:notes">
            <a:extLst>
              <a:ext uri="{FF2B5EF4-FFF2-40B4-BE49-F238E27FC236}">
                <a16:creationId xmlns:a16="http://schemas.microsoft.com/office/drawing/2014/main" id="{DBD192AA-140E-4098-FF68-E7A05C9448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0" name="Google Shape;6320;g21dee8f8262_0_21026:notes">
            <a:extLst>
              <a:ext uri="{FF2B5EF4-FFF2-40B4-BE49-F238E27FC236}">
                <a16:creationId xmlns:a16="http://schemas.microsoft.com/office/drawing/2014/main" id="{6D8010E0-91D6-89C5-3236-739D0D1762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0946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8">
          <a:extLst>
            <a:ext uri="{FF2B5EF4-FFF2-40B4-BE49-F238E27FC236}">
              <a16:creationId xmlns:a16="http://schemas.microsoft.com/office/drawing/2014/main" id="{7212A58B-F9F7-A8CF-5EFB-1EC1B8BCF041}"/>
            </a:ext>
          </a:extLst>
        </p:cNvPr>
        <p:cNvGrpSpPr/>
        <p:nvPr/>
      </p:nvGrpSpPr>
      <p:grpSpPr>
        <a:xfrm>
          <a:off x="0" y="0"/>
          <a:ext cx="0" cy="0"/>
          <a:chOff x="0" y="0"/>
          <a:chExt cx="0" cy="0"/>
        </a:xfrm>
      </p:grpSpPr>
      <p:sp>
        <p:nvSpPr>
          <p:cNvPr id="6319" name="Google Shape;6319;g21dee8f8262_0_21026:notes">
            <a:extLst>
              <a:ext uri="{FF2B5EF4-FFF2-40B4-BE49-F238E27FC236}">
                <a16:creationId xmlns:a16="http://schemas.microsoft.com/office/drawing/2014/main" id="{51B35A32-FAC2-BF42-452B-7A61B1241C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0" name="Google Shape;6320;g21dee8f8262_0_21026:notes">
            <a:extLst>
              <a:ext uri="{FF2B5EF4-FFF2-40B4-BE49-F238E27FC236}">
                <a16:creationId xmlns:a16="http://schemas.microsoft.com/office/drawing/2014/main" id="{947FCB3F-C9AF-23EA-E695-F73A3D950A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41539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6">
          <a:extLst>
            <a:ext uri="{FF2B5EF4-FFF2-40B4-BE49-F238E27FC236}">
              <a16:creationId xmlns:a16="http://schemas.microsoft.com/office/drawing/2014/main" id="{F949A7E2-F049-21E1-C504-7999138B841B}"/>
            </a:ext>
          </a:extLst>
        </p:cNvPr>
        <p:cNvGrpSpPr/>
        <p:nvPr/>
      </p:nvGrpSpPr>
      <p:grpSpPr>
        <a:xfrm>
          <a:off x="0" y="0"/>
          <a:ext cx="0" cy="0"/>
          <a:chOff x="0" y="0"/>
          <a:chExt cx="0" cy="0"/>
        </a:xfrm>
      </p:grpSpPr>
      <p:sp>
        <p:nvSpPr>
          <p:cNvPr id="3787" name="Google Shape;3787;gd431007ba2_0_208:notes">
            <a:extLst>
              <a:ext uri="{FF2B5EF4-FFF2-40B4-BE49-F238E27FC236}">
                <a16:creationId xmlns:a16="http://schemas.microsoft.com/office/drawing/2014/main" id="{E4841C48-8D32-36F1-3829-245D480702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8" name="Google Shape;3788;gd431007ba2_0_208:notes">
            <a:extLst>
              <a:ext uri="{FF2B5EF4-FFF2-40B4-BE49-F238E27FC236}">
                <a16:creationId xmlns:a16="http://schemas.microsoft.com/office/drawing/2014/main" id="{CD02D909-3E0C-5243-D830-CBF4D179F1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2024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6">
          <a:extLst>
            <a:ext uri="{FF2B5EF4-FFF2-40B4-BE49-F238E27FC236}">
              <a16:creationId xmlns:a16="http://schemas.microsoft.com/office/drawing/2014/main" id="{583F20C7-472C-F4CE-4042-48B5799F7909}"/>
            </a:ext>
          </a:extLst>
        </p:cNvPr>
        <p:cNvGrpSpPr/>
        <p:nvPr/>
      </p:nvGrpSpPr>
      <p:grpSpPr>
        <a:xfrm>
          <a:off x="0" y="0"/>
          <a:ext cx="0" cy="0"/>
          <a:chOff x="0" y="0"/>
          <a:chExt cx="0" cy="0"/>
        </a:xfrm>
      </p:grpSpPr>
      <p:sp>
        <p:nvSpPr>
          <p:cNvPr id="3787" name="Google Shape;3787;gd431007ba2_0_208:notes">
            <a:extLst>
              <a:ext uri="{FF2B5EF4-FFF2-40B4-BE49-F238E27FC236}">
                <a16:creationId xmlns:a16="http://schemas.microsoft.com/office/drawing/2014/main" id="{02266F47-5EC8-6265-1445-381E41B796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8" name="Google Shape;3788;gd431007ba2_0_208:notes">
            <a:extLst>
              <a:ext uri="{FF2B5EF4-FFF2-40B4-BE49-F238E27FC236}">
                <a16:creationId xmlns:a16="http://schemas.microsoft.com/office/drawing/2014/main" id="{438CA663-3A8B-ED45-283A-0C501A9317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55875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0" name="Google Shape;10;p2"/>
          <p:cNvSpPr txBox="1">
            <a:spLocks noGrp="1"/>
          </p:cNvSpPr>
          <p:nvPr>
            <p:ph type="ctrTitle"/>
          </p:nvPr>
        </p:nvSpPr>
        <p:spPr>
          <a:xfrm>
            <a:off x="1190700" y="1762600"/>
            <a:ext cx="6762600" cy="10458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Clr>
                <a:srgbClr val="191919"/>
              </a:buClr>
              <a:buSzPts val="5200"/>
              <a:buNone/>
              <a:defRPr sz="6000" b="0">
                <a:solidFill>
                  <a:srgbClr val="13394F"/>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2307600" y="2905100"/>
            <a:ext cx="4528800" cy="475800"/>
          </a:xfrm>
          <a:prstGeom prst="rect">
            <a:avLst/>
          </a:prstGeom>
          <a:solidFill>
            <a:srgbClr val="FFFFFF">
              <a:alpha val="34590"/>
            </a:srgbClr>
          </a:solidFill>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solidFill>
                  <a:srgbClr val="13394F"/>
                </a:solidFill>
                <a:latin typeface="Lexend Deca"/>
                <a:ea typeface="Lexend Deca"/>
                <a:cs typeface="Lexend Deca"/>
                <a:sym typeface="Lexend Deca"/>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2" name="Google Shape;12;p2"/>
          <p:cNvPicPr preferRelativeResize="0"/>
          <p:nvPr/>
        </p:nvPicPr>
        <p:blipFill>
          <a:blip r:embed="rId3">
            <a:alphaModFix/>
          </a:blip>
          <a:stretch>
            <a:fillRect/>
          </a:stretch>
        </p:blipFill>
        <p:spPr>
          <a:xfrm>
            <a:off x="-1133474" y="-989482"/>
            <a:ext cx="5295900" cy="2453980"/>
          </a:xfrm>
          <a:prstGeom prst="rect">
            <a:avLst/>
          </a:prstGeom>
          <a:noFill/>
          <a:ln>
            <a:noFill/>
          </a:ln>
        </p:spPr>
      </p:pic>
      <p:pic>
        <p:nvPicPr>
          <p:cNvPr id="13" name="Google Shape;13;p2"/>
          <p:cNvPicPr preferRelativeResize="0"/>
          <p:nvPr/>
        </p:nvPicPr>
        <p:blipFill>
          <a:blip r:embed="rId4">
            <a:alphaModFix/>
          </a:blip>
          <a:stretch>
            <a:fillRect/>
          </a:stretch>
        </p:blipFill>
        <p:spPr>
          <a:xfrm>
            <a:off x="5962651" y="3583027"/>
            <a:ext cx="5295899" cy="2586313"/>
          </a:xfrm>
          <a:prstGeom prst="rect">
            <a:avLst/>
          </a:prstGeom>
          <a:noFill/>
          <a:ln>
            <a:noFill/>
          </a:ln>
        </p:spPr>
      </p:pic>
      <p:pic>
        <p:nvPicPr>
          <p:cNvPr id="14" name="Google Shape;14;p2"/>
          <p:cNvPicPr preferRelativeResize="0"/>
          <p:nvPr/>
        </p:nvPicPr>
        <p:blipFill>
          <a:blip r:embed="rId5">
            <a:alphaModFix/>
          </a:blip>
          <a:stretch>
            <a:fillRect/>
          </a:stretch>
        </p:blipFill>
        <p:spPr>
          <a:xfrm>
            <a:off x="-1476374" y="3086220"/>
            <a:ext cx="5295899" cy="28560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1"/>
        <p:cNvGrpSpPr/>
        <p:nvPr/>
      </p:nvGrpSpPr>
      <p:grpSpPr>
        <a:xfrm>
          <a:off x="0" y="0"/>
          <a:ext cx="0" cy="0"/>
          <a:chOff x="0" y="0"/>
          <a:chExt cx="0" cy="0"/>
        </a:xfrm>
      </p:grpSpPr>
      <p:pic>
        <p:nvPicPr>
          <p:cNvPr id="462" name="Google Shape;462;p6"/>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463" name="Google Shape;463;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464" name="Google Shape;464;p6"/>
          <p:cNvPicPr preferRelativeResize="0"/>
          <p:nvPr/>
        </p:nvPicPr>
        <p:blipFill>
          <a:blip r:embed="rId3">
            <a:alphaModFix/>
          </a:blip>
          <a:stretch>
            <a:fillRect/>
          </a:stretch>
        </p:blipFill>
        <p:spPr>
          <a:xfrm>
            <a:off x="-2134749" y="-1398548"/>
            <a:ext cx="5295899" cy="2586313"/>
          </a:xfrm>
          <a:prstGeom prst="rect">
            <a:avLst/>
          </a:prstGeom>
          <a:noFill/>
          <a:ln>
            <a:noFill/>
          </a:ln>
        </p:spPr>
      </p:pic>
      <p:pic>
        <p:nvPicPr>
          <p:cNvPr id="465" name="Google Shape;465;p6"/>
          <p:cNvPicPr preferRelativeResize="0"/>
          <p:nvPr/>
        </p:nvPicPr>
        <p:blipFill>
          <a:blip r:embed="rId4">
            <a:alphaModFix/>
          </a:blip>
          <a:stretch>
            <a:fillRect/>
          </a:stretch>
        </p:blipFill>
        <p:spPr>
          <a:xfrm>
            <a:off x="5667376" y="3909101"/>
            <a:ext cx="5295897" cy="2290213"/>
          </a:xfrm>
          <a:prstGeom prst="rect">
            <a:avLst/>
          </a:prstGeom>
          <a:noFill/>
          <a:ln>
            <a:noFill/>
          </a:ln>
        </p:spPr>
      </p:pic>
      <p:sp>
        <p:nvSpPr>
          <p:cNvPr id="466" name="Google Shape;466;p6"/>
          <p:cNvSpPr/>
          <p:nvPr/>
        </p:nvSpPr>
        <p:spPr>
          <a:xfrm>
            <a:off x="126360" y="-419100"/>
            <a:ext cx="2073925" cy="5772150"/>
          </a:xfrm>
          <a:custGeom>
            <a:avLst/>
            <a:gdLst/>
            <a:ahLst/>
            <a:cxnLst/>
            <a:rect l="l" t="t" r="r" b="b"/>
            <a:pathLst>
              <a:path w="82957" h="230886" extrusionOk="0">
                <a:moveTo>
                  <a:pt x="82957" y="0"/>
                </a:moveTo>
                <a:cubicBezTo>
                  <a:pt x="80838" y="5147"/>
                  <a:pt x="78152" y="10766"/>
                  <a:pt x="73432" y="13716"/>
                </a:cubicBezTo>
                <a:cubicBezTo>
                  <a:pt x="65148" y="18894"/>
                  <a:pt x="54790" y="19670"/>
                  <a:pt x="45238" y="21717"/>
                </a:cubicBezTo>
                <a:cubicBezTo>
                  <a:pt x="36917" y="23500"/>
                  <a:pt x="21557" y="29643"/>
                  <a:pt x="19711" y="21336"/>
                </a:cubicBezTo>
                <a:cubicBezTo>
                  <a:pt x="19013" y="18197"/>
                  <a:pt x="18724" y="13820"/>
                  <a:pt x="21235" y="11811"/>
                </a:cubicBezTo>
                <a:cubicBezTo>
                  <a:pt x="23831" y="9735"/>
                  <a:pt x="30489" y="9695"/>
                  <a:pt x="31141" y="12954"/>
                </a:cubicBezTo>
                <a:cubicBezTo>
                  <a:pt x="32066" y="17577"/>
                  <a:pt x="27195" y="21550"/>
                  <a:pt x="24664" y="25527"/>
                </a:cubicBezTo>
                <a:cubicBezTo>
                  <a:pt x="19858" y="33080"/>
                  <a:pt x="14272" y="40237"/>
                  <a:pt x="10567" y="48387"/>
                </a:cubicBezTo>
                <a:cubicBezTo>
                  <a:pt x="3198" y="64600"/>
                  <a:pt x="15824" y="84056"/>
                  <a:pt x="13615" y="101727"/>
                </a:cubicBezTo>
                <a:cubicBezTo>
                  <a:pt x="12684" y="109174"/>
                  <a:pt x="6533" y="115085"/>
                  <a:pt x="4471" y="122301"/>
                </a:cubicBezTo>
                <a:cubicBezTo>
                  <a:pt x="965" y="134573"/>
                  <a:pt x="-1144" y="147766"/>
                  <a:pt x="661" y="160401"/>
                </a:cubicBezTo>
                <a:cubicBezTo>
                  <a:pt x="2419" y="172705"/>
                  <a:pt x="10670" y="183209"/>
                  <a:pt x="14377" y="195072"/>
                </a:cubicBezTo>
                <a:cubicBezTo>
                  <a:pt x="17983" y="206611"/>
                  <a:pt x="14068" y="220073"/>
                  <a:pt x="8662" y="230886"/>
                </a:cubicBezTo>
              </a:path>
            </a:pathLst>
          </a:custGeom>
          <a:noFill/>
          <a:ln w="19050" cap="flat" cmpd="sng">
            <a:solidFill>
              <a:schemeClr val="accent5"/>
            </a:solidFill>
            <a:prstDash val="dash"/>
            <a:round/>
            <a:headEnd type="none" w="med" len="med"/>
            <a:tailEnd type="none" w="med" len="med"/>
          </a:ln>
        </p:spPr>
      </p:sp>
      <p:grpSp>
        <p:nvGrpSpPr>
          <p:cNvPr id="467" name="Google Shape;467;p6"/>
          <p:cNvGrpSpPr/>
          <p:nvPr/>
        </p:nvGrpSpPr>
        <p:grpSpPr>
          <a:xfrm rot="4395373">
            <a:off x="7728124" y="-670934"/>
            <a:ext cx="1429960" cy="1388405"/>
            <a:chOff x="4138184" y="930105"/>
            <a:chExt cx="3868174" cy="3755764"/>
          </a:xfrm>
        </p:grpSpPr>
        <p:sp>
          <p:nvSpPr>
            <p:cNvPr id="468" name="Google Shape;468;p6"/>
            <p:cNvSpPr/>
            <p:nvPr/>
          </p:nvSpPr>
          <p:spPr>
            <a:xfrm>
              <a:off x="5731034" y="186840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9" name="Google Shape;469;p6"/>
            <p:cNvGrpSpPr/>
            <p:nvPr/>
          </p:nvGrpSpPr>
          <p:grpSpPr>
            <a:xfrm>
              <a:off x="4138184" y="930105"/>
              <a:ext cx="3868174" cy="3755764"/>
              <a:chOff x="4138184" y="930105"/>
              <a:chExt cx="3868174" cy="3755764"/>
            </a:xfrm>
          </p:grpSpPr>
          <p:sp>
            <p:nvSpPr>
              <p:cNvPr id="470" name="Google Shape;470;p6"/>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6"/>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6"/>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6"/>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6"/>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6"/>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6"/>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6"/>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6"/>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6"/>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6"/>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6"/>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6"/>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6"/>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6"/>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6"/>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6"/>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6"/>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6"/>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6"/>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6"/>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6"/>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6"/>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6"/>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6"/>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6"/>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6"/>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6"/>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6"/>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6"/>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6"/>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6"/>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6"/>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6"/>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6"/>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6"/>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6"/>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6"/>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6"/>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6"/>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6"/>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6"/>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6"/>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6"/>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6"/>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6"/>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6"/>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6"/>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6"/>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6"/>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6"/>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6"/>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6"/>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6"/>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6"/>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6"/>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6"/>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6"/>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6"/>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6"/>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6"/>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6"/>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6"/>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6"/>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6"/>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6"/>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6"/>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6"/>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6"/>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6"/>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6"/>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6"/>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6"/>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6"/>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6"/>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6"/>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6"/>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6"/>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6"/>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6"/>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6"/>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6"/>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6"/>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6"/>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6"/>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6"/>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6"/>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6"/>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6"/>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6"/>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6"/>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6"/>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6"/>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6"/>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6"/>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6"/>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6"/>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6"/>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6"/>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6"/>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6"/>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6"/>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6"/>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6"/>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6"/>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6"/>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6"/>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6"/>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6"/>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6"/>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6"/>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6"/>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6"/>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6"/>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6"/>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6"/>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6"/>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6"/>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6"/>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6"/>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6"/>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6"/>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6"/>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6"/>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6"/>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6"/>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6"/>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6"/>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6"/>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6"/>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6"/>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6"/>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6"/>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6"/>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6"/>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4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41"/>
        <p:cNvGrpSpPr/>
        <p:nvPr/>
      </p:nvGrpSpPr>
      <p:grpSpPr>
        <a:xfrm>
          <a:off x="0" y="0"/>
          <a:ext cx="0" cy="0"/>
          <a:chOff x="0" y="0"/>
          <a:chExt cx="0" cy="0"/>
        </a:xfrm>
      </p:grpSpPr>
      <p:pic>
        <p:nvPicPr>
          <p:cNvPr id="642" name="Google Shape;642;p13"/>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643" name="Google Shape;643;p13"/>
          <p:cNvSpPr txBox="1">
            <a:spLocks noGrp="1"/>
          </p:cNvSpPr>
          <p:nvPr>
            <p:ph type="title"/>
          </p:nvPr>
        </p:nvSpPr>
        <p:spPr>
          <a:xfrm>
            <a:off x="1714500" y="445025"/>
            <a:ext cx="5715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44" name="Google Shape;644;p13"/>
          <p:cNvSpPr txBox="1">
            <a:spLocks noGrp="1"/>
          </p:cNvSpPr>
          <p:nvPr>
            <p:ph type="subTitle" idx="1"/>
          </p:nvPr>
        </p:nvSpPr>
        <p:spPr>
          <a:xfrm>
            <a:off x="719976"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5" name="Google Shape;645;p13"/>
          <p:cNvSpPr txBox="1">
            <a:spLocks noGrp="1"/>
          </p:cNvSpPr>
          <p:nvPr>
            <p:ph type="subTitle" idx="2"/>
          </p:nvPr>
        </p:nvSpPr>
        <p:spPr>
          <a:xfrm>
            <a:off x="3419250"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6" name="Google Shape;646;p13"/>
          <p:cNvSpPr txBox="1">
            <a:spLocks noGrp="1"/>
          </p:cNvSpPr>
          <p:nvPr>
            <p:ph type="subTitle" idx="3"/>
          </p:nvPr>
        </p:nvSpPr>
        <p:spPr>
          <a:xfrm>
            <a:off x="719976" y="3931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7" name="Google Shape;647;p13"/>
          <p:cNvSpPr txBox="1">
            <a:spLocks noGrp="1"/>
          </p:cNvSpPr>
          <p:nvPr>
            <p:ph type="subTitle" idx="4"/>
          </p:nvPr>
        </p:nvSpPr>
        <p:spPr>
          <a:xfrm>
            <a:off x="3419250" y="3931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8" name="Google Shape;648;p13"/>
          <p:cNvSpPr txBox="1">
            <a:spLocks noGrp="1"/>
          </p:cNvSpPr>
          <p:nvPr>
            <p:ph type="subTitle" idx="5"/>
          </p:nvPr>
        </p:nvSpPr>
        <p:spPr>
          <a:xfrm>
            <a:off x="6118524"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9" name="Google Shape;649;p13"/>
          <p:cNvSpPr txBox="1">
            <a:spLocks noGrp="1"/>
          </p:cNvSpPr>
          <p:nvPr>
            <p:ph type="subTitle" idx="6"/>
          </p:nvPr>
        </p:nvSpPr>
        <p:spPr>
          <a:xfrm>
            <a:off x="6118524" y="3931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0" name="Google Shape;650;p13"/>
          <p:cNvSpPr txBox="1">
            <a:spLocks noGrp="1"/>
          </p:cNvSpPr>
          <p:nvPr>
            <p:ph type="title" idx="7" hasCustomPrompt="1"/>
          </p:nvPr>
        </p:nvSpPr>
        <p:spPr>
          <a:xfrm>
            <a:off x="1505376" y="1295873"/>
            <a:ext cx="734700" cy="572700"/>
          </a:xfrm>
          <a:prstGeom prst="rect">
            <a:avLst/>
          </a:prstGeom>
          <a:solidFill>
            <a:srgbClr val="FFFFFF">
              <a:alpha val="34590"/>
            </a:srgbClr>
          </a:solidFill>
        </p:spPr>
        <p:txBody>
          <a:bodyPr spcFirstLastPara="1" wrap="square" lIns="91425" tIns="91425" rIns="91425" bIns="91425" anchor="ctr" anchorCtr="0">
            <a:noAutofit/>
          </a:bodyPr>
          <a:lstStyle>
            <a:lvl1pPr lvl="0" algn="ctr" rtl="0">
              <a:spcBef>
                <a:spcPts val="0"/>
              </a:spcBef>
              <a:spcAft>
                <a:spcPts val="0"/>
              </a:spcAft>
              <a:buSzPts val="3000"/>
              <a:buNone/>
              <a:defRPr sz="3000" b="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1" name="Google Shape;651;p13"/>
          <p:cNvSpPr txBox="1">
            <a:spLocks noGrp="1"/>
          </p:cNvSpPr>
          <p:nvPr>
            <p:ph type="title" idx="8" hasCustomPrompt="1"/>
          </p:nvPr>
        </p:nvSpPr>
        <p:spPr>
          <a:xfrm>
            <a:off x="1505376" y="2957902"/>
            <a:ext cx="734700" cy="572700"/>
          </a:xfrm>
          <a:prstGeom prst="rect">
            <a:avLst/>
          </a:prstGeom>
          <a:solidFill>
            <a:srgbClr val="FFFFFF">
              <a:alpha val="34590"/>
            </a:srgbClr>
          </a:solidFill>
        </p:spPr>
        <p:txBody>
          <a:bodyPr spcFirstLastPara="1" wrap="square" lIns="91425" tIns="91425" rIns="91425" bIns="91425" anchor="ctr" anchorCtr="0">
            <a:noAutofit/>
          </a:bodyPr>
          <a:lstStyle>
            <a:lvl1pPr lvl="0" algn="ctr" rtl="0">
              <a:spcBef>
                <a:spcPts val="0"/>
              </a:spcBef>
              <a:spcAft>
                <a:spcPts val="0"/>
              </a:spcAft>
              <a:buSzPts val="3000"/>
              <a:buNone/>
              <a:defRPr sz="3000" b="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2" name="Google Shape;652;p13"/>
          <p:cNvSpPr txBox="1">
            <a:spLocks noGrp="1"/>
          </p:cNvSpPr>
          <p:nvPr>
            <p:ph type="title" idx="9" hasCustomPrompt="1"/>
          </p:nvPr>
        </p:nvSpPr>
        <p:spPr>
          <a:xfrm>
            <a:off x="4204650" y="1295873"/>
            <a:ext cx="734700" cy="572700"/>
          </a:xfrm>
          <a:prstGeom prst="rect">
            <a:avLst/>
          </a:prstGeom>
          <a:solidFill>
            <a:srgbClr val="FFFFFF">
              <a:alpha val="34590"/>
            </a:srgbClr>
          </a:solidFill>
        </p:spPr>
        <p:txBody>
          <a:bodyPr spcFirstLastPara="1" wrap="square" lIns="91425" tIns="91425" rIns="91425" bIns="91425" anchor="ctr" anchorCtr="0">
            <a:noAutofit/>
          </a:bodyPr>
          <a:lstStyle>
            <a:lvl1pPr lvl="0" algn="ctr" rtl="0">
              <a:spcBef>
                <a:spcPts val="0"/>
              </a:spcBef>
              <a:spcAft>
                <a:spcPts val="0"/>
              </a:spcAft>
              <a:buSzPts val="3000"/>
              <a:buNone/>
              <a:defRPr sz="3000" b="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3" name="Google Shape;653;p13"/>
          <p:cNvSpPr txBox="1">
            <a:spLocks noGrp="1"/>
          </p:cNvSpPr>
          <p:nvPr>
            <p:ph type="title" idx="13" hasCustomPrompt="1"/>
          </p:nvPr>
        </p:nvSpPr>
        <p:spPr>
          <a:xfrm>
            <a:off x="4204650" y="2957902"/>
            <a:ext cx="734700" cy="572700"/>
          </a:xfrm>
          <a:prstGeom prst="rect">
            <a:avLst/>
          </a:prstGeom>
          <a:solidFill>
            <a:srgbClr val="FFFFFF">
              <a:alpha val="34590"/>
            </a:srgbClr>
          </a:solidFill>
        </p:spPr>
        <p:txBody>
          <a:bodyPr spcFirstLastPara="1" wrap="square" lIns="91425" tIns="91425" rIns="91425" bIns="91425" anchor="ctr" anchorCtr="0">
            <a:noAutofit/>
          </a:bodyPr>
          <a:lstStyle>
            <a:lvl1pPr lvl="0" algn="ctr" rtl="0">
              <a:spcBef>
                <a:spcPts val="0"/>
              </a:spcBef>
              <a:spcAft>
                <a:spcPts val="0"/>
              </a:spcAft>
              <a:buSzPts val="3000"/>
              <a:buNone/>
              <a:defRPr sz="3000" b="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4" name="Google Shape;654;p13"/>
          <p:cNvSpPr txBox="1">
            <a:spLocks noGrp="1"/>
          </p:cNvSpPr>
          <p:nvPr>
            <p:ph type="title" idx="14" hasCustomPrompt="1"/>
          </p:nvPr>
        </p:nvSpPr>
        <p:spPr>
          <a:xfrm>
            <a:off x="6903950" y="1295873"/>
            <a:ext cx="734700" cy="572700"/>
          </a:xfrm>
          <a:prstGeom prst="rect">
            <a:avLst/>
          </a:prstGeom>
          <a:solidFill>
            <a:srgbClr val="FFFFFF">
              <a:alpha val="34590"/>
            </a:srgbClr>
          </a:solidFill>
        </p:spPr>
        <p:txBody>
          <a:bodyPr spcFirstLastPara="1" wrap="square" lIns="91425" tIns="91425" rIns="91425" bIns="91425" anchor="ctr" anchorCtr="0">
            <a:noAutofit/>
          </a:bodyPr>
          <a:lstStyle>
            <a:lvl1pPr lvl="0" algn="ctr" rtl="0">
              <a:spcBef>
                <a:spcPts val="0"/>
              </a:spcBef>
              <a:spcAft>
                <a:spcPts val="0"/>
              </a:spcAft>
              <a:buSzPts val="3000"/>
              <a:buNone/>
              <a:defRPr sz="3000" b="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5" name="Google Shape;655;p13"/>
          <p:cNvSpPr txBox="1">
            <a:spLocks noGrp="1"/>
          </p:cNvSpPr>
          <p:nvPr>
            <p:ph type="title" idx="15" hasCustomPrompt="1"/>
          </p:nvPr>
        </p:nvSpPr>
        <p:spPr>
          <a:xfrm>
            <a:off x="6903950" y="2957902"/>
            <a:ext cx="734700" cy="572700"/>
          </a:xfrm>
          <a:prstGeom prst="rect">
            <a:avLst/>
          </a:prstGeom>
          <a:solidFill>
            <a:srgbClr val="FFFFFF">
              <a:alpha val="34590"/>
            </a:srgbClr>
          </a:solidFill>
        </p:spPr>
        <p:txBody>
          <a:bodyPr spcFirstLastPara="1" wrap="square" lIns="91425" tIns="91425" rIns="91425" bIns="91425" anchor="ctr" anchorCtr="0">
            <a:noAutofit/>
          </a:bodyPr>
          <a:lstStyle>
            <a:lvl1pPr lvl="0" algn="ctr" rtl="0">
              <a:spcBef>
                <a:spcPts val="0"/>
              </a:spcBef>
              <a:spcAft>
                <a:spcPts val="0"/>
              </a:spcAft>
              <a:buSzPts val="3000"/>
              <a:buNone/>
              <a:defRPr sz="3000" b="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6" name="Google Shape;656;p13"/>
          <p:cNvSpPr txBox="1">
            <a:spLocks noGrp="1"/>
          </p:cNvSpPr>
          <p:nvPr>
            <p:ph type="subTitle" idx="16"/>
          </p:nvPr>
        </p:nvSpPr>
        <p:spPr>
          <a:xfrm>
            <a:off x="719976" y="1980375"/>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57" name="Google Shape;657;p13"/>
          <p:cNvSpPr txBox="1">
            <a:spLocks noGrp="1"/>
          </p:cNvSpPr>
          <p:nvPr>
            <p:ph type="subTitle" idx="17"/>
          </p:nvPr>
        </p:nvSpPr>
        <p:spPr>
          <a:xfrm>
            <a:off x="3419250" y="1980375"/>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58" name="Google Shape;658;p13"/>
          <p:cNvSpPr txBox="1">
            <a:spLocks noGrp="1"/>
          </p:cNvSpPr>
          <p:nvPr>
            <p:ph type="subTitle" idx="18"/>
          </p:nvPr>
        </p:nvSpPr>
        <p:spPr>
          <a:xfrm>
            <a:off x="6118524" y="1980375"/>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59" name="Google Shape;659;p13"/>
          <p:cNvSpPr txBox="1">
            <a:spLocks noGrp="1"/>
          </p:cNvSpPr>
          <p:nvPr>
            <p:ph type="subTitle" idx="19"/>
          </p:nvPr>
        </p:nvSpPr>
        <p:spPr>
          <a:xfrm>
            <a:off x="719976" y="3642450"/>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60" name="Google Shape;660;p13"/>
          <p:cNvSpPr txBox="1">
            <a:spLocks noGrp="1"/>
          </p:cNvSpPr>
          <p:nvPr>
            <p:ph type="subTitle" idx="20"/>
          </p:nvPr>
        </p:nvSpPr>
        <p:spPr>
          <a:xfrm>
            <a:off x="3419250" y="3642450"/>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61" name="Google Shape;661;p13"/>
          <p:cNvSpPr txBox="1">
            <a:spLocks noGrp="1"/>
          </p:cNvSpPr>
          <p:nvPr>
            <p:ph type="subTitle" idx="21"/>
          </p:nvPr>
        </p:nvSpPr>
        <p:spPr>
          <a:xfrm>
            <a:off x="6118524" y="3642450"/>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662" name="Google Shape;662;p13"/>
          <p:cNvPicPr preferRelativeResize="0"/>
          <p:nvPr/>
        </p:nvPicPr>
        <p:blipFill>
          <a:blip r:embed="rId3">
            <a:alphaModFix/>
          </a:blip>
          <a:stretch>
            <a:fillRect/>
          </a:stretch>
        </p:blipFill>
        <p:spPr>
          <a:xfrm>
            <a:off x="6448426" y="3960743"/>
            <a:ext cx="5295900" cy="2453980"/>
          </a:xfrm>
          <a:prstGeom prst="rect">
            <a:avLst/>
          </a:prstGeom>
          <a:noFill/>
          <a:ln>
            <a:noFill/>
          </a:ln>
        </p:spPr>
      </p:pic>
      <p:pic>
        <p:nvPicPr>
          <p:cNvPr id="663" name="Google Shape;663;p13"/>
          <p:cNvPicPr preferRelativeResize="0"/>
          <p:nvPr/>
        </p:nvPicPr>
        <p:blipFill>
          <a:blip r:embed="rId4">
            <a:alphaModFix/>
          </a:blip>
          <a:stretch>
            <a:fillRect/>
          </a:stretch>
        </p:blipFill>
        <p:spPr>
          <a:xfrm>
            <a:off x="-2524074" y="3844002"/>
            <a:ext cx="5295899" cy="2586313"/>
          </a:xfrm>
          <a:prstGeom prst="rect">
            <a:avLst/>
          </a:prstGeom>
          <a:noFill/>
          <a:ln>
            <a:noFill/>
          </a:ln>
        </p:spPr>
      </p:pic>
      <p:pic>
        <p:nvPicPr>
          <p:cNvPr id="664" name="Google Shape;664;p13"/>
          <p:cNvPicPr preferRelativeResize="0"/>
          <p:nvPr/>
        </p:nvPicPr>
        <p:blipFill>
          <a:blip r:embed="rId5">
            <a:alphaModFix/>
          </a:blip>
          <a:stretch>
            <a:fillRect/>
          </a:stretch>
        </p:blipFill>
        <p:spPr>
          <a:xfrm>
            <a:off x="-2463474" y="-985091"/>
            <a:ext cx="5295901" cy="2366198"/>
          </a:xfrm>
          <a:prstGeom prst="rect">
            <a:avLst/>
          </a:prstGeom>
          <a:noFill/>
          <a:ln>
            <a:noFill/>
          </a:ln>
        </p:spPr>
      </p:pic>
      <p:sp>
        <p:nvSpPr>
          <p:cNvPr id="665" name="Google Shape;665;p13"/>
          <p:cNvSpPr/>
          <p:nvPr/>
        </p:nvSpPr>
        <p:spPr>
          <a:xfrm>
            <a:off x="8677275" y="790575"/>
            <a:ext cx="407400" cy="4533900"/>
          </a:xfrm>
          <a:custGeom>
            <a:avLst/>
            <a:gdLst/>
            <a:ahLst/>
            <a:cxnLst/>
            <a:rect l="l" t="t" r="r" b="b"/>
            <a:pathLst>
              <a:path w="16296" h="181356" extrusionOk="0">
                <a:moveTo>
                  <a:pt x="8001" y="0"/>
                </a:moveTo>
                <a:cubicBezTo>
                  <a:pt x="12330" y="1732"/>
                  <a:pt x="15773" y="7620"/>
                  <a:pt x="14859" y="12192"/>
                </a:cubicBezTo>
                <a:cubicBezTo>
                  <a:pt x="12416" y="24407"/>
                  <a:pt x="0" y="34025"/>
                  <a:pt x="0" y="46482"/>
                </a:cubicBezTo>
                <a:cubicBezTo>
                  <a:pt x="0" y="57848"/>
                  <a:pt x="2153" y="69882"/>
                  <a:pt x="8001" y="79629"/>
                </a:cubicBezTo>
                <a:cubicBezTo>
                  <a:pt x="12278" y="86758"/>
                  <a:pt x="17178" y="95021"/>
                  <a:pt x="16002" y="103251"/>
                </a:cubicBezTo>
                <a:cubicBezTo>
                  <a:pt x="14881" y="111095"/>
                  <a:pt x="10783" y="118262"/>
                  <a:pt x="7239" y="125349"/>
                </a:cubicBezTo>
                <a:cubicBezTo>
                  <a:pt x="1814" y="136200"/>
                  <a:pt x="762" y="149031"/>
                  <a:pt x="762" y="161163"/>
                </a:cubicBezTo>
                <a:cubicBezTo>
                  <a:pt x="762" y="167924"/>
                  <a:pt x="-357" y="175309"/>
                  <a:pt x="2667" y="181356"/>
                </a:cubicBezTo>
              </a:path>
            </a:pathLst>
          </a:custGeom>
          <a:noFill/>
          <a:ln w="19050" cap="flat" cmpd="sng">
            <a:solidFill>
              <a:schemeClr val="accent5"/>
            </a:solidFill>
            <a:prstDash val="dash"/>
            <a:round/>
            <a:headEnd type="none" w="med" len="med"/>
            <a:tailEnd type="none" w="med" len="med"/>
          </a:ln>
        </p:spPr>
      </p:sp>
      <p:sp>
        <p:nvSpPr>
          <p:cNvPr id="666" name="Google Shape;666;p13"/>
          <p:cNvSpPr/>
          <p:nvPr/>
        </p:nvSpPr>
        <p:spPr>
          <a:xfrm>
            <a:off x="-781050" y="-247650"/>
            <a:ext cx="3114675" cy="3295650"/>
          </a:xfrm>
          <a:custGeom>
            <a:avLst/>
            <a:gdLst/>
            <a:ahLst/>
            <a:cxnLst/>
            <a:rect l="l" t="t" r="r" b="b"/>
            <a:pathLst>
              <a:path w="124587" h="131826" extrusionOk="0">
                <a:moveTo>
                  <a:pt x="124587" y="762"/>
                </a:moveTo>
                <a:cubicBezTo>
                  <a:pt x="109157" y="13106"/>
                  <a:pt x="88341" y="20193"/>
                  <a:pt x="68580" y="20193"/>
                </a:cubicBezTo>
                <a:cubicBezTo>
                  <a:pt x="64845" y="20193"/>
                  <a:pt x="60823" y="17184"/>
                  <a:pt x="59436" y="13716"/>
                </a:cubicBezTo>
                <a:cubicBezTo>
                  <a:pt x="57558" y="9021"/>
                  <a:pt x="60857" y="0"/>
                  <a:pt x="65913" y="0"/>
                </a:cubicBezTo>
                <a:cubicBezTo>
                  <a:pt x="67996" y="0"/>
                  <a:pt x="69381" y="2898"/>
                  <a:pt x="69723" y="4953"/>
                </a:cubicBezTo>
                <a:cubicBezTo>
                  <a:pt x="70934" y="12219"/>
                  <a:pt x="60235" y="16353"/>
                  <a:pt x="54483" y="20955"/>
                </a:cubicBezTo>
                <a:cubicBezTo>
                  <a:pt x="47152" y="26820"/>
                  <a:pt x="43084" y="36346"/>
                  <a:pt x="40386" y="45339"/>
                </a:cubicBezTo>
                <a:cubicBezTo>
                  <a:pt x="35817" y="60568"/>
                  <a:pt x="48816" y="78145"/>
                  <a:pt x="43053" y="92964"/>
                </a:cubicBezTo>
                <a:cubicBezTo>
                  <a:pt x="36046" y="110982"/>
                  <a:pt x="15096" y="119749"/>
                  <a:pt x="0" y="131826"/>
                </a:cubicBezTo>
              </a:path>
            </a:pathLst>
          </a:custGeom>
          <a:noFill/>
          <a:ln w="19050" cap="flat" cmpd="sng">
            <a:solidFill>
              <a:schemeClr val="accent5"/>
            </a:solidFill>
            <a:prstDash val="dash"/>
            <a:round/>
            <a:headEnd type="none" w="med" len="med"/>
            <a:tailEnd type="none" w="med" len="med"/>
          </a:ln>
        </p:spPr>
      </p:sp>
      <p:grpSp>
        <p:nvGrpSpPr>
          <p:cNvPr id="667" name="Google Shape;667;p13"/>
          <p:cNvGrpSpPr/>
          <p:nvPr/>
        </p:nvGrpSpPr>
        <p:grpSpPr>
          <a:xfrm rot="-7874487">
            <a:off x="7445949" y="-249506"/>
            <a:ext cx="1580608" cy="1422013"/>
            <a:chOff x="3831720" y="930105"/>
            <a:chExt cx="4174638" cy="3755764"/>
          </a:xfrm>
        </p:grpSpPr>
        <p:sp>
          <p:nvSpPr>
            <p:cNvPr id="668" name="Google Shape;668;p13"/>
            <p:cNvSpPr/>
            <p:nvPr/>
          </p:nvSpPr>
          <p:spPr>
            <a:xfrm>
              <a:off x="3831720" y="117146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9" name="Google Shape;669;p13"/>
            <p:cNvGrpSpPr/>
            <p:nvPr/>
          </p:nvGrpSpPr>
          <p:grpSpPr>
            <a:xfrm>
              <a:off x="4138184" y="930105"/>
              <a:ext cx="3868174" cy="3755764"/>
              <a:chOff x="4138184" y="930105"/>
              <a:chExt cx="3868174" cy="3755764"/>
            </a:xfrm>
          </p:grpSpPr>
          <p:sp>
            <p:nvSpPr>
              <p:cNvPr id="670" name="Google Shape;670;p13"/>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3"/>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3"/>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3"/>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3"/>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3"/>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3"/>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13"/>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3"/>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3"/>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3"/>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3"/>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3"/>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3"/>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3"/>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3"/>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3"/>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3"/>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3"/>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3"/>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3"/>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3"/>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3"/>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3"/>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3"/>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3"/>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3"/>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3"/>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3"/>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3"/>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3"/>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3"/>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3"/>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3"/>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3"/>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3"/>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3"/>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3"/>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3"/>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3"/>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3"/>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3"/>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3"/>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3"/>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3"/>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3"/>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3"/>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3"/>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3"/>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3"/>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3"/>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3"/>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3"/>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3"/>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3"/>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3"/>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3"/>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3"/>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3"/>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3"/>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3"/>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3"/>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3"/>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3"/>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3"/>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3"/>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3"/>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3"/>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3"/>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3"/>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3"/>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3"/>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3"/>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3"/>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3"/>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3"/>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3"/>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3"/>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3"/>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3"/>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3"/>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3"/>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3"/>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3"/>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3"/>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13"/>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3"/>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3"/>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13"/>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3"/>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3"/>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13"/>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13"/>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3"/>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3"/>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3"/>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3"/>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3"/>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3"/>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3"/>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3"/>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3"/>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3"/>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3"/>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3"/>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3"/>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3"/>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13"/>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3"/>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3"/>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3"/>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3"/>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3"/>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3"/>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3"/>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3"/>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3"/>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3"/>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3"/>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3"/>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3"/>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3"/>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3"/>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3"/>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3"/>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3"/>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3"/>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3"/>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3"/>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3"/>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3"/>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3"/>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3"/>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3"/>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3"/>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1">
  <p:cSld name="BLANK_1_1_1">
    <p:spTree>
      <p:nvGrpSpPr>
        <p:cNvPr id="1" name="Shape 812"/>
        <p:cNvGrpSpPr/>
        <p:nvPr/>
      </p:nvGrpSpPr>
      <p:grpSpPr>
        <a:xfrm>
          <a:off x="0" y="0"/>
          <a:ext cx="0" cy="0"/>
          <a:chOff x="0" y="0"/>
          <a:chExt cx="0" cy="0"/>
        </a:xfrm>
      </p:grpSpPr>
      <p:pic>
        <p:nvPicPr>
          <p:cNvPr id="813" name="Google Shape;813;p15"/>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814" name="Google Shape;814;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815" name="Google Shape;815;p15"/>
          <p:cNvPicPr preferRelativeResize="0"/>
          <p:nvPr/>
        </p:nvPicPr>
        <p:blipFill>
          <a:blip r:embed="rId3">
            <a:alphaModFix/>
          </a:blip>
          <a:stretch>
            <a:fillRect/>
          </a:stretch>
        </p:blipFill>
        <p:spPr>
          <a:xfrm flipH="1">
            <a:off x="5895974" y="-1246148"/>
            <a:ext cx="5295899" cy="2586313"/>
          </a:xfrm>
          <a:prstGeom prst="rect">
            <a:avLst/>
          </a:prstGeom>
          <a:noFill/>
          <a:ln>
            <a:noFill/>
          </a:ln>
        </p:spPr>
      </p:pic>
      <p:pic>
        <p:nvPicPr>
          <p:cNvPr id="816" name="Google Shape;816;p15"/>
          <p:cNvPicPr preferRelativeResize="0"/>
          <p:nvPr/>
        </p:nvPicPr>
        <p:blipFill>
          <a:blip r:embed="rId4">
            <a:alphaModFix/>
          </a:blip>
          <a:stretch>
            <a:fillRect/>
          </a:stretch>
        </p:blipFill>
        <p:spPr>
          <a:xfrm flipH="1">
            <a:off x="-2591949" y="3756701"/>
            <a:ext cx="5295897" cy="2290213"/>
          </a:xfrm>
          <a:prstGeom prst="rect">
            <a:avLst/>
          </a:prstGeom>
          <a:noFill/>
          <a:ln>
            <a:noFill/>
          </a:ln>
        </p:spPr>
      </p:pic>
      <p:sp>
        <p:nvSpPr>
          <p:cNvPr id="817" name="Google Shape;817;p15"/>
          <p:cNvSpPr/>
          <p:nvPr/>
        </p:nvSpPr>
        <p:spPr>
          <a:xfrm rot="10800000">
            <a:off x="7009239" y="-419100"/>
            <a:ext cx="2073925" cy="5772150"/>
          </a:xfrm>
          <a:custGeom>
            <a:avLst/>
            <a:gdLst/>
            <a:ahLst/>
            <a:cxnLst/>
            <a:rect l="l" t="t" r="r" b="b"/>
            <a:pathLst>
              <a:path w="82957" h="230886" extrusionOk="0">
                <a:moveTo>
                  <a:pt x="82957" y="0"/>
                </a:moveTo>
                <a:cubicBezTo>
                  <a:pt x="80838" y="5147"/>
                  <a:pt x="78152" y="10766"/>
                  <a:pt x="73432" y="13716"/>
                </a:cubicBezTo>
                <a:cubicBezTo>
                  <a:pt x="65148" y="18894"/>
                  <a:pt x="54790" y="19670"/>
                  <a:pt x="45238" y="21717"/>
                </a:cubicBezTo>
                <a:cubicBezTo>
                  <a:pt x="36917" y="23500"/>
                  <a:pt x="21557" y="29643"/>
                  <a:pt x="19711" y="21336"/>
                </a:cubicBezTo>
                <a:cubicBezTo>
                  <a:pt x="19013" y="18197"/>
                  <a:pt x="18724" y="13820"/>
                  <a:pt x="21235" y="11811"/>
                </a:cubicBezTo>
                <a:cubicBezTo>
                  <a:pt x="23831" y="9735"/>
                  <a:pt x="30489" y="9695"/>
                  <a:pt x="31141" y="12954"/>
                </a:cubicBezTo>
                <a:cubicBezTo>
                  <a:pt x="32066" y="17577"/>
                  <a:pt x="27195" y="21550"/>
                  <a:pt x="24664" y="25527"/>
                </a:cubicBezTo>
                <a:cubicBezTo>
                  <a:pt x="19858" y="33080"/>
                  <a:pt x="14272" y="40237"/>
                  <a:pt x="10567" y="48387"/>
                </a:cubicBezTo>
                <a:cubicBezTo>
                  <a:pt x="3198" y="64600"/>
                  <a:pt x="15824" y="84056"/>
                  <a:pt x="13615" y="101727"/>
                </a:cubicBezTo>
                <a:cubicBezTo>
                  <a:pt x="12684" y="109174"/>
                  <a:pt x="6533" y="115085"/>
                  <a:pt x="4471" y="122301"/>
                </a:cubicBezTo>
                <a:cubicBezTo>
                  <a:pt x="965" y="134573"/>
                  <a:pt x="-1144" y="147766"/>
                  <a:pt x="661" y="160401"/>
                </a:cubicBezTo>
                <a:cubicBezTo>
                  <a:pt x="2419" y="172705"/>
                  <a:pt x="10670" y="183209"/>
                  <a:pt x="14377" y="195072"/>
                </a:cubicBezTo>
                <a:cubicBezTo>
                  <a:pt x="17983" y="206611"/>
                  <a:pt x="14068" y="220073"/>
                  <a:pt x="8662" y="230886"/>
                </a:cubicBezTo>
              </a:path>
            </a:pathLst>
          </a:custGeom>
          <a:noFill/>
          <a:ln w="19050" cap="flat" cmpd="sng">
            <a:solidFill>
              <a:schemeClr val="accent5"/>
            </a:solidFill>
            <a:prstDash val="dash"/>
            <a:round/>
            <a:headEnd type="none" w="med" len="med"/>
            <a:tailEnd type="none" w="med" len="med"/>
          </a:ln>
        </p:spPr>
      </p:sp>
      <p:sp>
        <p:nvSpPr>
          <p:cNvPr id="818" name="Google Shape;818;p15"/>
          <p:cNvSpPr/>
          <p:nvPr/>
        </p:nvSpPr>
        <p:spPr>
          <a:xfrm>
            <a:off x="-657225" y="-219075"/>
            <a:ext cx="2552700" cy="3190875"/>
          </a:xfrm>
          <a:custGeom>
            <a:avLst/>
            <a:gdLst/>
            <a:ahLst/>
            <a:cxnLst/>
            <a:rect l="l" t="t" r="r" b="b"/>
            <a:pathLst>
              <a:path w="102108" h="127635" extrusionOk="0">
                <a:moveTo>
                  <a:pt x="102108" y="0"/>
                </a:moveTo>
                <a:cubicBezTo>
                  <a:pt x="96950" y="15475"/>
                  <a:pt x="71349" y="11500"/>
                  <a:pt x="55245" y="14097"/>
                </a:cubicBezTo>
                <a:cubicBezTo>
                  <a:pt x="49448" y="15032"/>
                  <a:pt x="41488" y="15322"/>
                  <a:pt x="38862" y="20574"/>
                </a:cubicBezTo>
                <a:cubicBezTo>
                  <a:pt x="30344" y="37609"/>
                  <a:pt x="47333" y="58402"/>
                  <a:pt x="45339" y="77343"/>
                </a:cubicBezTo>
                <a:cubicBezTo>
                  <a:pt x="43890" y="91112"/>
                  <a:pt x="30486" y="101291"/>
                  <a:pt x="19812" y="110109"/>
                </a:cubicBezTo>
                <a:cubicBezTo>
                  <a:pt x="13014" y="115724"/>
                  <a:pt x="7886" y="123692"/>
                  <a:pt x="0" y="127635"/>
                </a:cubicBezTo>
              </a:path>
            </a:pathLst>
          </a:custGeom>
          <a:noFill/>
          <a:ln w="19050" cap="flat" cmpd="sng">
            <a:solidFill>
              <a:schemeClr val="accent5"/>
            </a:solidFill>
            <a:prstDash val="dash"/>
            <a:round/>
            <a:headEnd type="none" w="med" len="med"/>
            <a:tailEnd type="none" w="med" len="med"/>
          </a:ln>
        </p:spPr>
      </p:sp>
      <p:grpSp>
        <p:nvGrpSpPr>
          <p:cNvPr id="819" name="Google Shape;819;p15"/>
          <p:cNvGrpSpPr/>
          <p:nvPr/>
        </p:nvGrpSpPr>
        <p:grpSpPr>
          <a:xfrm rot="2827379" flipH="1">
            <a:off x="-276219" y="4328879"/>
            <a:ext cx="1225669" cy="1371910"/>
            <a:chOff x="4138184" y="930105"/>
            <a:chExt cx="3868174" cy="4329704"/>
          </a:xfrm>
        </p:grpSpPr>
        <p:sp>
          <p:nvSpPr>
            <p:cNvPr id="820" name="Google Shape;820;p15"/>
            <p:cNvSpPr/>
            <p:nvPr/>
          </p:nvSpPr>
          <p:spPr>
            <a:xfrm>
              <a:off x="4368726" y="312298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1" name="Google Shape;821;p15"/>
            <p:cNvGrpSpPr/>
            <p:nvPr/>
          </p:nvGrpSpPr>
          <p:grpSpPr>
            <a:xfrm>
              <a:off x="4138184" y="930105"/>
              <a:ext cx="3868174" cy="3755764"/>
              <a:chOff x="4138184" y="930105"/>
              <a:chExt cx="3868174" cy="3755764"/>
            </a:xfrm>
          </p:grpSpPr>
          <p:sp>
            <p:nvSpPr>
              <p:cNvPr id="822" name="Google Shape;822;p15"/>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5"/>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5"/>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5"/>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15"/>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5"/>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5"/>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5"/>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5"/>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5"/>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5"/>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15"/>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5"/>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5"/>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15"/>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5"/>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5"/>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5"/>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5"/>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5"/>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5"/>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5"/>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5"/>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5"/>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5"/>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5"/>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5"/>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5"/>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5"/>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5"/>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5"/>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5"/>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5"/>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5"/>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5"/>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5"/>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5"/>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5"/>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5"/>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5"/>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5"/>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5"/>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5"/>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5"/>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5"/>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5"/>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5"/>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5"/>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5"/>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5"/>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5"/>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5"/>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5"/>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5"/>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5"/>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5"/>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5"/>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5"/>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5"/>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5"/>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5"/>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5"/>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5"/>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5"/>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5"/>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5"/>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5"/>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5"/>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5"/>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5"/>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5"/>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5"/>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5"/>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5"/>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5"/>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5"/>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5"/>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5"/>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5"/>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5"/>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5"/>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5"/>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5"/>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5"/>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5"/>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5"/>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5"/>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5"/>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5"/>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5"/>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5"/>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5"/>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5"/>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5"/>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5"/>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5"/>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5"/>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5"/>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15"/>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5"/>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5"/>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5"/>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5"/>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5"/>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15"/>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15"/>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5"/>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5"/>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5"/>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5"/>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5"/>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5"/>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5"/>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5"/>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5"/>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5"/>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5"/>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5"/>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5"/>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5"/>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5"/>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5"/>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5"/>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5"/>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5"/>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5"/>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5"/>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5"/>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5"/>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5"/>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5"/>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5"/>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5"/>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5"/>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5"/>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572"/>
        <p:cNvGrpSpPr/>
        <p:nvPr/>
      </p:nvGrpSpPr>
      <p:grpSpPr>
        <a:xfrm>
          <a:off x="0" y="0"/>
          <a:ext cx="0" cy="0"/>
          <a:chOff x="0" y="0"/>
          <a:chExt cx="0" cy="0"/>
        </a:xfrm>
      </p:grpSpPr>
      <p:pic>
        <p:nvPicPr>
          <p:cNvPr id="1573" name="Google Shape;1573;p23"/>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574" name="Google Shape;1574;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75" name="Google Shape;1575;p23"/>
          <p:cNvSpPr txBox="1">
            <a:spLocks noGrp="1"/>
          </p:cNvSpPr>
          <p:nvPr>
            <p:ph type="subTitle" idx="1"/>
          </p:nvPr>
        </p:nvSpPr>
        <p:spPr>
          <a:xfrm>
            <a:off x="2990696" y="3640836"/>
            <a:ext cx="4318800" cy="827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76" name="Google Shape;1576;p23"/>
          <p:cNvSpPr txBox="1">
            <a:spLocks noGrp="1"/>
          </p:cNvSpPr>
          <p:nvPr>
            <p:ph type="subTitle" idx="2"/>
          </p:nvPr>
        </p:nvSpPr>
        <p:spPr>
          <a:xfrm>
            <a:off x="1834496" y="1964437"/>
            <a:ext cx="4318800" cy="82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77" name="Google Shape;1577;p23"/>
          <p:cNvSpPr txBox="1">
            <a:spLocks noGrp="1"/>
          </p:cNvSpPr>
          <p:nvPr>
            <p:ph type="subTitle" idx="3"/>
          </p:nvPr>
        </p:nvSpPr>
        <p:spPr>
          <a:xfrm>
            <a:off x="1834496" y="1476813"/>
            <a:ext cx="43188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78" name="Google Shape;1578;p23"/>
          <p:cNvSpPr txBox="1">
            <a:spLocks noGrp="1"/>
          </p:cNvSpPr>
          <p:nvPr>
            <p:ph type="subTitle" idx="4"/>
          </p:nvPr>
        </p:nvSpPr>
        <p:spPr>
          <a:xfrm>
            <a:off x="2990704" y="3153213"/>
            <a:ext cx="4318800" cy="5589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1579" name="Google Shape;1579;p23"/>
          <p:cNvPicPr preferRelativeResize="0"/>
          <p:nvPr/>
        </p:nvPicPr>
        <p:blipFill>
          <a:blip r:embed="rId3">
            <a:alphaModFix/>
          </a:blip>
          <a:stretch>
            <a:fillRect/>
          </a:stretch>
        </p:blipFill>
        <p:spPr>
          <a:xfrm flipH="1">
            <a:off x="6343651" y="-1140056"/>
            <a:ext cx="5295899" cy="2540678"/>
          </a:xfrm>
          <a:prstGeom prst="rect">
            <a:avLst/>
          </a:prstGeom>
          <a:noFill/>
          <a:ln>
            <a:noFill/>
          </a:ln>
        </p:spPr>
      </p:pic>
      <p:grpSp>
        <p:nvGrpSpPr>
          <p:cNvPr id="1580" name="Google Shape;1580;p23"/>
          <p:cNvGrpSpPr/>
          <p:nvPr/>
        </p:nvGrpSpPr>
        <p:grpSpPr>
          <a:xfrm rot="-401264">
            <a:off x="-584108" y="13034"/>
            <a:ext cx="1464787" cy="1541509"/>
            <a:chOff x="4138184" y="930105"/>
            <a:chExt cx="3868174" cy="4070780"/>
          </a:xfrm>
        </p:grpSpPr>
        <p:sp>
          <p:nvSpPr>
            <p:cNvPr id="1581" name="Google Shape;1581;p23"/>
            <p:cNvSpPr/>
            <p:nvPr/>
          </p:nvSpPr>
          <p:spPr>
            <a:xfrm>
              <a:off x="4443675" y="2864062"/>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2" name="Google Shape;1582;p23"/>
            <p:cNvGrpSpPr/>
            <p:nvPr/>
          </p:nvGrpSpPr>
          <p:grpSpPr>
            <a:xfrm>
              <a:off x="4138184" y="930105"/>
              <a:ext cx="3868174" cy="3755764"/>
              <a:chOff x="4138184" y="930105"/>
              <a:chExt cx="3868174" cy="3755764"/>
            </a:xfrm>
          </p:grpSpPr>
          <p:sp>
            <p:nvSpPr>
              <p:cNvPr id="1583" name="Google Shape;1583;p23"/>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3"/>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3"/>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3"/>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23"/>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23"/>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23"/>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23"/>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23"/>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23"/>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23"/>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23"/>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23"/>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23"/>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23"/>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23"/>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23"/>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23"/>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23"/>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23"/>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23"/>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23"/>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23"/>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23"/>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23"/>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23"/>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23"/>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23"/>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23"/>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23"/>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23"/>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23"/>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23"/>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23"/>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23"/>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23"/>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23"/>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23"/>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23"/>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23"/>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23"/>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23"/>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23"/>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23"/>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23"/>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23"/>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23"/>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23"/>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23"/>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23"/>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23"/>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23"/>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23"/>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23"/>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23"/>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23"/>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23"/>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23"/>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23"/>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23"/>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23"/>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23"/>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23"/>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23"/>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23"/>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23"/>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23"/>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23"/>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23"/>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23"/>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23"/>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23"/>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23"/>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23"/>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23"/>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23"/>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23"/>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23"/>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23"/>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23"/>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23"/>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23"/>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23"/>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23"/>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23"/>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23"/>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23"/>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23"/>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23"/>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23"/>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23"/>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23"/>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23"/>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23"/>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23"/>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23"/>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23"/>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23"/>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23"/>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23"/>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23"/>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23"/>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23"/>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23"/>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23"/>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23"/>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23"/>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23"/>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23"/>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23"/>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23"/>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23"/>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23"/>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23"/>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23"/>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23"/>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23"/>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23"/>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23"/>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23"/>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23"/>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23"/>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23"/>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23"/>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23"/>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23"/>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23"/>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23"/>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23"/>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23"/>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23"/>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23"/>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23"/>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23"/>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23"/>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18" name="Google Shape;1718;p23"/>
          <p:cNvSpPr/>
          <p:nvPr/>
        </p:nvSpPr>
        <p:spPr>
          <a:xfrm>
            <a:off x="-104775" y="1695450"/>
            <a:ext cx="629775" cy="3886200"/>
          </a:xfrm>
          <a:custGeom>
            <a:avLst/>
            <a:gdLst/>
            <a:ahLst/>
            <a:cxnLst/>
            <a:rect l="l" t="t" r="r" b="b"/>
            <a:pathLst>
              <a:path w="25191" h="155448" extrusionOk="0">
                <a:moveTo>
                  <a:pt x="0" y="0"/>
                </a:moveTo>
                <a:cubicBezTo>
                  <a:pt x="2018" y="10090"/>
                  <a:pt x="16342" y="14976"/>
                  <a:pt x="17907" y="25146"/>
                </a:cubicBezTo>
                <a:cubicBezTo>
                  <a:pt x="20160" y="39790"/>
                  <a:pt x="1022" y="54581"/>
                  <a:pt x="6858" y="68199"/>
                </a:cubicBezTo>
                <a:cubicBezTo>
                  <a:pt x="8962" y="73109"/>
                  <a:pt x="16860" y="74200"/>
                  <a:pt x="22098" y="73152"/>
                </a:cubicBezTo>
                <a:cubicBezTo>
                  <a:pt x="24849" y="72602"/>
                  <a:pt x="24142" y="64770"/>
                  <a:pt x="21336" y="64770"/>
                </a:cubicBezTo>
                <a:cubicBezTo>
                  <a:pt x="18551" y="64770"/>
                  <a:pt x="18215" y="69622"/>
                  <a:pt x="17907" y="72390"/>
                </a:cubicBezTo>
                <a:cubicBezTo>
                  <a:pt x="17289" y="77950"/>
                  <a:pt x="16048" y="83669"/>
                  <a:pt x="17145" y="89154"/>
                </a:cubicBezTo>
                <a:cubicBezTo>
                  <a:pt x="17936" y="93110"/>
                  <a:pt x="21752" y="95943"/>
                  <a:pt x="22860" y="99822"/>
                </a:cubicBezTo>
                <a:cubicBezTo>
                  <a:pt x="25130" y="107768"/>
                  <a:pt x="26077" y="116588"/>
                  <a:pt x="24003" y="124587"/>
                </a:cubicBezTo>
                <a:cubicBezTo>
                  <a:pt x="22238" y="131393"/>
                  <a:pt x="20766" y="138618"/>
                  <a:pt x="16764" y="144399"/>
                </a:cubicBezTo>
                <a:cubicBezTo>
                  <a:pt x="14370" y="147857"/>
                  <a:pt x="10668" y="151242"/>
                  <a:pt x="10668" y="155448"/>
                </a:cubicBezTo>
              </a:path>
            </a:pathLst>
          </a:custGeom>
          <a:noFill/>
          <a:ln w="19050" cap="flat" cmpd="sng">
            <a:solidFill>
              <a:schemeClr val="accent5"/>
            </a:solidFill>
            <a:prstDash val="dash"/>
            <a:round/>
            <a:headEnd type="none" w="med" len="med"/>
            <a:tailEnd type="none" w="med" len="med"/>
          </a:ln>
        </p:spPr>
      </p:sp>
      <p:sp>
        <p:nvSpPr>
          <p:cNvPr id="1719" name="Google Shape;1719;p23"/>
          <p:cNvSpPr/>
          <p:nvPr/>
        </p:nvSpPr>
        <p:spPr>
          <a:xfrm>
            <a:off x="5800725" y="-133350"/>
            <a:ext cx="3829050" cy="4267200"/>
          </a:xfrm>
          <a:custGeom>
            <a:avLst/>
            <a:gdLst/>
            <a:ahLst/>
            <a:cxnLst/>
            <a:rect l="l" t="t" r="r" b="b"/>
            <a:pathLst>
              <a:path w="153162" h="170688" extrusionOk="0">
                <a:moveTo>
                  <a:pt x="0" y="0"/>
                </a:moveTo>
                <a:cubicBezTo>
                  <a:pt x="1503" y="9020"/>
                  <a:pt x="12894" y="14358"/>
                  <a:pt x="21717" y="16764"/>
                </a:cubicBezTo>
                <a:cubicBezTo>
                  <a:pt x="33191" y="19893"/>
                  <a:pt x="45488" y="23287"/>
                  <a:pt x="57150" y="20955"/>
                </a:cubicBezTo>
                <a:cubicBezTo>
                  <a:pt x="59949" y="20395"/>
                  <a:pt x="63829" y="19182"/>
                  <a:pt x="64389" y="16383"/>
                </a:cubicBezTo>
                <a:cubicBezTo>
                  <a:pt x="64900" y="13828"/>
                  <a:pt x="61610" y="10157"/>
                  <a:pt x="59055" y="10668"/>
                </a:cubicBezTo>
                <a:cubicBezTo>
                  <a:pt x="56335" y="11212"/>
                  <a:pt x="58860" y="17429"/>
                  <a:pt x="61341" y="18669"/>
                </a:cubicBezTo>
                <a:cubicBezTo>
                  <a:pt x="74784" y="25390"/>
                  <a:pt x="91361" y="16900"/>
                  <a:pt x="106299" y="15240"/>
                </a:cubicBezTo>
                <a:cubicBezTo>
                  <a:pt x="111097" y="14707"/>
                  <a:pt x="117068" y="12530"/>
                  <a:pt x="120777" y="15621"/>
                </a:cubicBezTo>
                <a:cubicBezTo>
                  <a:pt x="128509" y="22064"/>
                  <a:pt x="118208" y="35662"/>
                  <a:pt x="115443" y="45339"/>
                </a:cubicBezTo>
                <a:cubicBezTo>
                  <a:pt x="113216" y="53132"/>
                  <a:pt x="124677" y="58667"/>
                  <a:pt x="129540" y="65151"/>
                </a:cubicBezTo>
                <a:cubicBezTo>
                  <a:pt x="131451" y="67699"/>
                  <a:pt x="130302" y="71491"/>
                  <a:pt x="130302" y="74676"/>
                </a:cubicBezTo>
                <a:cubicBezTo>
                  <a:pt x="130302" y="88540"/>
                  <a:pt x="112776" y="98531"/>
                  <a:pt x="112776" y="112395"/>
                </a:cubicBezTo>
                <a:cubicBezTo>
                  <a:pt x="112776" y="123658"/>
                  <a:pt x="122994" y="132567"/>
                  <a:pt x="129540" y="141732"/>
                </a:cubicBezTo>
                <a:cubicBezTo>
                  <a:pt x="136780" y="151868"/>
                  <a:pt x="144354" y="161880"/>
                  <a:pt x="153162" y="170688"/>
                </a:cubicBezTo>
              </a:path>
            </a:pathLst>
          </a:custGeom>
          <a:noFill/>
          <a:ln w="19050" cap="flat" cmpd="sng">
            <a:solidFill>
              <a:schemeClr val="accent5"/>
            </a:solidFill>
            <a:prstDash val="dash"/>
            <a:round/>
            <a:headEnd type="none" w="med" len="med"/>
            <a:tailEnd type="none" w="med" len="med"/>
          </a:ln>
        </p:spPr>
      </p:sp>
      <p:pic>
        <p:nvPicPr>
          <p:cNvPr id="1720" name="Google Shape;1720;p23"/>
          <p:cNvPicPr preferRelativeResize="0"/>
          <p:nvPr/>
        </p:nvPicPr>
        <p:blipFill rotWithShape="1">
          <a:blip r:embed="rId4">
            <a:alphaModFix/>
          </a:blip>
          <a:srcRect l="8076" t="22301" r="19622" b="22306"/>
          <a:stretch/>
        </p:blipFill>
        <p:spPr>
          <a:xfrm>
            <a:off x="-1392950" y="4248150"/>
            <a:ext cx="3829051" cy="12664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786"/>
        <p:cNvGrpSpPr/>
        <p:nvPr/>
      </p:nvGrpSpPr>
      <p:grpSpPr>
        <a:xfrm>
          <a:off x="0" y="0"/>
          <a:ext cx="0" cy="0"/>
          <a:chOff x="0" y="0"/>
          <a:chExt cx="0" cy="0"/>
        </a:xfrm>
      </p:grpSpPr>
      <p:pic>
        <p:nvPicPr>
          <p:cNvPr id="2787" name="Google Shape;2787;p31"/>
          <p:cNvPicPr preferRelativeResize="0"/>
          <p:nvPr/>
        </p:nvPicPr>
        <p:blipFill>
          <a:blip r:embed="rId2">
            <a:alphaModFix amt="58000"/>
          </a:blip>
          <a:stretch>
            <a:fillRect/>
          </a:stretch>
        </p:blipFill>
        <p:spPr>
          <a:xfrm>
            <a:off x="0" y="0"/>
            <a:ext cx="9144003" cy="5143501"/>
          </a:xfrm>
          <a:prstGeom prst="rect">
            <a:avLst/>
          </a:prstGeom>
          <a:noFill/>
          <a:ln>
            <a:noFill/>
          </a:ln>
        </p:spPr>
      </p:pic>
      <p:pic>
        <p:nvPicPr>
          <p:cNvPr id="2788" name="Google Shape;2788;p31"/>
          <p:cNvPicPr preferRelativeResize="0"/>
          <p:nvPr/>
        </p:nvPicPr>
        <p:blipFill>
          <a:blip r:embed="rId3">
            <a:alphaModFix/>
          </a:blip>
          <a:stretch>
            <a:fillRect/>
          </a:stretch>
        </p:blipFill>
        <p:spPr>
          <a:xfrm flipH="1">
            <a:off x="4286250" y="3424243"/>
            <a:ext cx="5295900" cy="2453980"/>
          </a:xfrm>
          <a:prstGeom prst="rect">
            <a:avLst/>
          </a:prstGeom>
          <a:noFill/>
          <a:ln>
            <a:noFill/>
          </a:ln>
        </p:spPr>
      </p:pic>
      <p:pic>
        <p:nvPicPr>
          <p:cNvPr id="2789" name="Google Shape;2789;p31"/>
          <p:cNvPicPr preferRelativeResize="0"/>
          <p:nvPr/>
        </p:nvPicPr>
        <p:blipFill>
          <a:blip r:embed="rId4">
            <a:alphaModFix/>
          </a:blip>
          <a:stretch>
            <a:fillRect/>
          </a:stretch>
        </p:blipFill>
        <p:spPr>
          <a:xfrm>
            <a:off x="-903724" y="3464541"/>
            <a:ext cx="5295899" cy="2373384"/>
          </a:xfrm>
          <a:prstGeom prst="rect">
            <a:avLst/>
          </a:prstGeom>
          <a:noFill/>
          <a:ln>
            <a:noFill/>
          </a:ln>
        </p:spPr>
      </p:pic>
      <p:pic>
        <p:nvPicPr>
          <p:cNvPr id="2790" name="Google Shape;2790;p31"/>
          <p:cNvPicPr preferRelativeResize="0"/>
          <p:nvPr/>
        </p:nvPicPr>
        <p:blipFill>
          <a:blip r:embed="rId5">
            <a:alphaModFix/>
          </a:blip>
          <a:stretch>
            <a:fillRect/>
          </a:stretch>
        </p:blipFill>
        <p:spPr>
          <a:xfrm>
            <a:off x="1924051" y="3959964"/>
            <a:ext cx="5295899" cy="2251888"/>
          </a:xfrm>
          <a:prstGeom prst="rect">
            <a:avLst/>
          </a:prstGeom>
          <a:noFill/>
          <a:ln>
            <a:noFill/>
          </a:ln>
        </p:spPr>
      </p:pic>
      <p:pic>
        <p:nvPicPr>
          <p:cNvPr id="2791" name="Google Shape;2791;p31"/>
          <p:cNvPicPr preferRelativeResize="0"/>
          <p:nvPr/>
        </p:nvPicPr>
        <p:blipFill>
          <a:blip r:embed="rId6">
            <a:alphaModFix/>
          </a:blip>
          <a:stretch>
            <a:fillRect/>
          </a:stretch>
        </p:blipFill>
        <p:spPr>
          <a:xfrm flipH="1">
            <a:off x="638176" y="2796126"/>
            <a:ext cx="5295897" cy="2290213"/>
          </a:xfrm>
          <a:prstGeom prst="rect">
            <a:avLst/>
          </a:prstGeom>
          <a:noFill/>
          <a:ln>
            <a:noFill/>
          </a:ln>
        </p:spPr>
      </p:pic>
      <p:pic>
        <p:nvPicPr>
          <p:cNvPr id="2792" name="Google Shape;2792;p31"/>
          <p:cNvPicPr preferRelativeResize="0"/>
          <p:nvPr/>
        </p:nvPicPr>
        <p:blipFill>
          <a:blip r:embed="rId5">
            <a:alphaModFix/>
          </a:blip>
          <a:stretch>
            <a:fillRect/>
          </a:stretch>
        </p:blipFill>
        <p:spPr>
          <a:xfrm>
            <a:off x="5686426" y="-821586"/>
            <a:ext cx="5295899" cy="2251888"/>
          </a:xfrm>
          <a:prstGeom prst="rect">
            <a:avLst/>
          </a:prstGeom>
          <a:noFill/>
          <a:ln>
            <a:noFill/>
          </a:ln>
        </p:spPr>
      </p:pic>
      <p:grpSp>
        <p:nvGrpSpPr>
          <p:cNvPr id="2793" name="Google Shape;2793;p31"/>
          <p:cNvGrpSpPr/>
          <p:nvPr/>
        </p:nvGrpSpPr>
        <p:grpSpPr>
          <a:xfrm rot="1478259" flipH="1">
            <a:off x="8349965" y="2736311"/>
            <a:ext cx="1429879" cy="1600485"/>
            <a:chOff x="4138184" y="930105"/>
            <a:chExt cx="3868174" cy="4329704"/>
          </a:xfrm>
        </p:grpSpPr>
        <p:sp>
          <p:nvSpPr>
            <p:cNvPr id="2794" name="Google Shape;2794;p31"/>
            <p:cNvSpPr/>
            <p:nvPr/>
          </p:nvSpPr>
          <p:spPr>
            <a:xfrm>
              <a:off x="4368726" y="312298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216893">
                <a:alpha val="38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95" name="Google Shape;2795;p31"/>
            <p:cNvGrpSpPr/>
            <p:nvPr/>
          </p:nvGrpSpPr>
          <p:grpSpPr>
            <a:xfrm>
              <a:off x="4138184" y="930105"/>
              <a:ext cx="3868174" cy="3755764"/>
              <a:chOff x="4138184" y="930105"/>
              <a:chExt cx="3868174" cy="3755764"/>
            </a:xfrm>
          </p:grpSpPr>
          <p:sp>
            <p:nvSpPr>
              <p:cNvPr id="2796" name="Google Shape;2796;p31"/>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31"/>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31"/>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31"/>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31"/>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31"/>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31"/>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31"/>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31"/>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31"/>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31"/>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31"/>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31"/>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31"/>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31"/>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31"/>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31"/>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31"/>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31"/>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31"/>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31"/>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31"/>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31"/>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31"/>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31"/>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31"/>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31"/>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31"/>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31"/>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31"/>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31"/>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31"/>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31"/>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31"/>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31"/>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31"/>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31"/>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31"/>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31"/>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31"/>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31"/>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31"/>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31"/>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31"/>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31"/>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31"/>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31"/>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31"/>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31"/>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31"/>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31"/>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31"/>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31"/>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31"/>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31"/>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31"/>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31"/>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31"/>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31"/>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31"/>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31"/>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31"/>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31"/>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31"/>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31"/>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31"/>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31"/>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31"/>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31"/>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31"/>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31"/>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31"/>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31"/>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31"/>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31"/>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31"/>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31"/>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31"/>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31"/>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31"/>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31"/>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31"/>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31"/>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31"/>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31"/>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31"/>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31"/>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31"/>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31"/>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31"/>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31"/>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31"/>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31"/>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31"/>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31"/>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31"/>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31"/>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31"/>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31"/>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31"/>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31"/>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31"/>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31"/>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31"/>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31"/>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31"/>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31"/>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31"/>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31"/>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31"/>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31"/>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31"/>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31"/>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31"/>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31"/>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31"/>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31"/>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31"/>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31"/>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31"/>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31"/>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31"/>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31"/>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31"/>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31"/>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31"/>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31"/>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31"/>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31"/>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31"/>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31"/>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31"/>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31"/>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31"/>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31"/>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31" name="Google Shape;2931;p31"/>
          <p:cNvGrpSpPr/>
          <p:nvPr/>
        </p:nvGrpSpPr>
        <p:grpSpPr>
          <a:xfrm rot="6170894" flipH="1">
            <a:off x="-852305" y="1602879"/>
            <a:ext cx="1896899" cy="1388338"/>
            <a:chOff x="2874822" y="930105"/>
            <a:chExt cx="5131535" cy="3755764"/>
          </a:xfrm>
        </p:grpSpPr>
        <p:sp>
          <p:nvSpPr>
            <p:cNvPr id="2932" name="Google Shape;2932;p31"/>
            <p:cNvSpPr/>
            <p:nvPr/>
          </p:nvSpPr>
          <p:spPr>
            <a:xfrm>
              <a:off x="2874822" y="123737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216893">
                <a:alpha val="38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33" name="Google Shape;2933;p31"/>
            <p:cNvGrpSpPr/>
            <p:nvPr/>
          </p:nvGrpSpPr>
          <p:grpSpPr>
            <a:xfrm>
              <a:off x="4138184" y="930105"/>
              <a:ext cx="3868174" cy="3755764"/>
              <a:chOff x="4138184" y="930105"/>
              <a:chExt cx="3868174" cy="3755764"/>
            </a:xfrm>
          </p:grpSpPr>
          <p:sp>
            <p:nvSpPr>
              <p:cNvPr id="2934" name="Google Shape;2934;p31"/>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31"/>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31"/>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31"/>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31"/>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31"/>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31"/>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31"/>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31"/>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31"/>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31"/>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31"/>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31"/>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31"/>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31"/>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31"/>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31"/>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31"/>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31"/>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31"/>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31"/>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31"/>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31"/>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31"/>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31"/>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31"/>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31"/>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31"/>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31"/>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31"/>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31"/>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31"/>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31"/>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31"/>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31"/>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31"/>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31"/>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31"/>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31"/>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31"/>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31"/>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31"/>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31"/>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31"/>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31"/>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31"/>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31"/>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31"/>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31"/>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31"/>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31"/>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31"/>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31"/>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31"/>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31"/>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31"/>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31"/>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31"/>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31"/>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31"/>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31"/>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31"/>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31"/>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31"/>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31"/>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31"/>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31"/>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31"/>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31"/>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31"/>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31"/>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31"/>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31"/>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31"/>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31"/>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31"/>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31"/>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31"/>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31"/>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31"/>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31"/>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31"/>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31"/>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31"/>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31"/>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31"/>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31"/>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31"/>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31"/>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31"/>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31"/>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31"/>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31"/>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31"/>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31"/>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31"/>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31"/>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31"/>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31"/>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31"/>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31"/>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31"/>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31"/>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31"/>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31"/>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31"/>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31"/>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31"/>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31"/>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31"/>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31"/>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31"/>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31"/>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31"/>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31"/>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31"/>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31"/>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31"/>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31"/>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31"/>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31"/>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31"/>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31"/>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31"/>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31"/>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31"/>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31"/>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31"/>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31"/>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31"/>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31"/>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31"/>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31"/>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31"/>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31"/>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069" name="Google Shape;3069;p31"/>
          <p:cNvSpPr/>
          <p:nvPr/>
        </p:nvSpPr>
        <p:spPr>
          <a:xfrm flipH="1">
            <a:off x="-87205" y="4191000"/>
            <a:ext cx="9794850" cy="1002925"/>
          </a:xfrm>
          <a:custGeom>
            <a:avLst/>
            <a:gdLst/>
            <a:ahLst/>
            <a:cxnLst/>
            <a:rect l="l" t="t" r="r" b="b"/>
            <a:pathLst>
              <a:path w="391794" h="40117" extrusionOk="0">
                <a:moveTo>
                  <a:pt x="3174" y="0"/>
                </a:moveTo>
                <a:cubicBezTo>
                  <a:pt x="-2909" y="6083"/>
                  <a:pt x="589" y="19772"/>
                  <a:pt x="6984" y="25527"/>
                </a:cubicBezTo>
                <a:cubicBezTo>
                  <a:pt x="13414" y="31314"/>
                  <a:pt x="25694" y="31850"/>
                  <a:pt x="32892" y="27051"/>
                </a:cubicBezTo>
                <a:cubicBezTo>
                  <a:pt x="35633" y="25223"/>
                  <a:pt x="38110" y="21519"/>
                  <a:pt x="37464" y="18288"/>
                </a:cubicBezTo>
                <a:cubicBezTo>
                  <a:pt x="36960" y="15766"/>
                  <a:pt x="33539" y="13778"/>
                  <a:pt x="30987" y="14097"/>
                </a:cubicBezTo>
                <a:cubicBezTo>
                  <a:pt x="25063" y="14838"/>
                  <a:pt x="25063" y="29787"/>
                  <a:pt x="30606" y="32004"/>
                </a:cubicBezTo>
                <a:cubicBezTo>
                  <a:pt x="57874" y="42911"/>
                  <a:pt x="89438" y="17100"/>
                  <a:pt x="118236" y="22860"/>
                </a:cubicBezTo>
                <a:cubicBezTo>
                  <a:pt x="142766" y="27766"/>
                  <a:pt x="166565" y="42727"/>
                  <a:pt x="191388" y="39624"/>
                </a:cubicBezTo>
                <a:cubicBezTo>
                  <a:pt x="203350" y="38129"/>
                  <a:pt x="214572" y="32992"/>
                  <a:pt x="226059" y="29337"/>
                </a:cubicBezTo>
                <a:cubicBezTo>
                  <a:pt x="240306" y="24804"/>
                  <a:pt x="255730" y="23237"/>
                  <a:pt x="270636" y="24384"/>
                </a:cubicBezTo>
                <a:cubicBezTo>
                  <a:pt x="294454" y="26216"/>
                  <a:pt x="317351" y="39715"/>
                  <a:pt x="341121" y="37338"/>
                </a:cubicBezTo>
                <a:cubicBezTo>
                  <a:pt x="358566" y="35593"/>
                  <a:pt x="374262" y="23241"/>
                  <a:pt x="391794" y="23241"/>
                </a:cubicBezTo>
              </a:path>
            </a:pathLst>
          </a:custGeom>
          <a:noFill/>
          <a:ln w="19050" cap="flat" cmpd="sng">
            <a:solidFill>
              <a:schemeClr val="accent5"/>
            </a:solidFill>
            <a:prstDash val="dash"/>
            <a:round/>
            <a:headEnd type="none" w="med" len="med"/>
            <a:tailEnd type="none" w="med" len="med"/>
          </a:ln>
        </p:spPr>
      </p:sp>
      <p:sp>
        <p:nvSpPr>
          <p:cNvPr id="3070" name="Google Shape;3070;p31"/>
          <p:cNvSpPr/>
          <p:nvPr/>
        </p:nvSpPr>
        <p:spPr>
          <a:xfrm flipH="1">
            <a:off x="-96738" y="-190500"/>
            <a:ext cx="6019800" cy="1533525"/>
          </a:xfrm>
          <a:custGeom>
            <a:avLst/>
            <a:gdLst/>
            <a:ahLst/>
            <a:cxnLst/>
            <a:rect l="l" t="t" r="r" b="b"/>
            <a:pathLst>
              <a:path w="240792" h="61341" extrusionOk="0">
                <a:moveTo>
                  <a:pt x="240792" y="61341"/>
                </a:moveTo>
                <a:cubicBezTo>
                  <a:pt x="231352" y="61341"/>
                  <a:pt x="220676" y="54485"/>
                  <a:pt x="217170" y="45720"/>
                </a:cubicBezTo>
                <a:cubicBezTo>
                  <a:pt x="214326" y="38610"/>
                  <a:pt x="217599" y="30289"/>
                  <a:pt x="219456" y="22860"/>
                </a:cubicBezTo>
                <a:cubicBezTo>
                  <a:pt x="220186" y="19939"/>
                  <a:pt x="220636" y="14859"/>
                  <a:pt x="223647" y="14859"/>
                </a:cubicBezTo>
                <a:cubicBezTo>
                  <a:pt x="225133" y="14859"/>
                  <a:pt x="225171" y="17564"/>
                  <a:pt x="225171" y="19050"/>
                </a:cubicBezTo>
                <a:cubicBezTo>
                  <a:pt x="225171" y="26155"/>
                  <a:pt x="221851" y="36326"/>
                  <a:pt x="214884" y="37719"/>
                </a:cubicBezTo>
                <a:cubicBezTo>
                  <a:pt x="205077" y="39680"/>
                  <a:pt x="201603" y="21162"/>
                  <a:pt x="192024" y="18288"/>
                </a:cubicBezTo>
                <a:cubicBezTo>
                  <a:pt x="177507" y="13933"/>
                  <a:pt x="161828" y="22348"/>
                  <a:pt x="146685" y="21717"/>
                </a:cubicBezTo>
                <a:cubicBezTo>
                  <a:pt x="133437" y="21165"/>
                  <a:pt x="121763" y="11751"/>
                  <a:pt x="108585" y="10287"/>
                </a:cubicBezTo>
                <a:cubicBezTo>
                  <a:pt x="87855" y="7984"/>
                  <a:pt x="67466" y="23827"/>
                  <a:pt x="46863" y="20574"/>
                </a:cubicBezTo>
                <a:cubicBezTo>
                  <a:pt x="38739" y="19291"/>
                  <a:pt x="30138" y="18690"/>
                  <a:pt x="22860" y="14859"/>
                </a:cubicBezTo>
                <a:cubicBezTo>
                  <a:pt x="14818" y="10626"/>
                  <a:pt x="8129" y="4064"/>
                  <a:pt x="0" y="0"/>
                </a:cubicBezTo>
              </a:path>
            </a:pathLst>
          </a:custGeom>
          <a:noFill/>
          <a:ln w="19050" cap="flat" cmpd="sng">
            <a:solidFill>
              <a:schemeClr val="accent5"/>
            </a:solidFill>
            <a:prstDash val="dash"/>
            <a:round/>
            <a:headEnd type="none" w="med" len="med"/>
            <a:tailEnd type="none" w="med" len="med"/>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071"/>
        <p:cNvGrpSpPr/>
        <p:nvPr/>
      </p:nvGrpSpPr>
      <p:grpSpPr>
        <a:xfrm>
          <a:off x="0" y="0"/>
          <a:ext cx="0" cy="0"/>
          <a:chOff x="0" y="0"/>
          <a:chExt cx="0" cy="0"/>
        </a:xfrm>
      </p:grpSpPr>
      <p:pic>
        <p:nvPicPr>
          <p:cNvPr id="3072" name="Google Shape;3072;p32"/>
          <p:cNvPicPr preferRelativeResize="0"/>
          <p:nvPr/>
        </p:nvPicPr>
        <p:blipFill>
          <a:blip r:embed="rId2">
            <a:alphaModFix amt="58000"/>
          </a:blip>
          <a:stretch>
            <a:fillRect/>
          </a:stretch>
        </p:blipFill>
        <p:spPr>
          <a:xfrm>
            <a:off x="0" y="0"/>
            <a:ext cx="9144003" cy="5143501"/>
          </a:xfrm>
          <a:prstGeom prst="rect">
            <a:avLst/>
          </a:prstGeom>
          <a:noFill/>
          <a:ln>
            <a:noFill/>
          </a:ln>
        </p:spPr>
      </p:pic>
      <p:pic>
        <p:nvPicPr>
          <p:cNvPr id="3073" name="Google Shape;3073;p32"/>
          <p:cNvPicPr preferRelativeResize="0"/>
          <p:nvPr/>
        </p:nvPicPr>
        <p:blipFill>
          <a:blip r:embed="rId3">
            <a:alphaModFix/>
          </a:blip>
          <a:stretch>
            <a:fillRect/>
          </a:stretch>
        </p:blipFill>
        <p:spPr>
          <a:xfrm flipH="1">
            <a:off x="2695575" y="-636207"/>
            <a:ext cx="5295900" cy="2453980"/>
          </a:xfrm>
          <a:prstGeom prst="rect">
            <a:avLst/>
          </a:prstGeom>
          <a:noFill/>
          <a:ln>
            <a:noFill/>
          </a:ln>
        </p:spPr>
      </p:pic>
      <p:pic>
        <p:nvPicPr>
          <p:cNvPr id="3074" name="Google Shape;3074;p32"/>
          <p:cNvPicPr preferRelativeResize="0"/>
          <p:nvPr/>
        </p:nvPicPr>
        <p:blipFill>
          <a:blip r:embed="rId4">
            <a:alphaModFix/>
          </a:blip>
          <a:stretch>
            <a:fillRect/>
          </a:stretch>
        </p:blipFill>
        <p:spPr>
          <a:xfrm flipH="1">
            <a:off x="-1277026" y="3712824"/>
            <a:ext cx="4461351" cy="1925975"/>
          </a:xfrm>
          <a:prstGeom prst="rect">
            <a:avLst/>
          </a:prstGeom>
          <a:noFill/>
          <a:ln>
            <a:noFill/>
          </a:ln>
        </p:spPr>
      </p:pic>
      <p:pic>
        <p:nvPicPr>
          <p:cNvPr id="3075" name="Google Shape;3075;p32"/>
          <p:cNvPicPr preferRelativeResize="0"/>
          <p:nvPr/>
        </p:nvPicPr>
        <p:blipFill>
          <a:blip r:embed="rId5">
            <a:alphaModFix/>
          </a:blip>
          <a:stretch>
            <a:fillRect/>
          </a:stretch>
        </p:blipFill>
        <p:spPr>
          <a:xfrm flipH="1">
            <a:off x="6303663" y="766545"/>
            <a:ext cx="5295899" cy="2856025"/>
          </a:xfrm>
          <a:prstGeom prst="rect">
            <a:avLst/>
          </a:prstGeom>
          <a:noFill/>
          <a:ln>
            <a:noFill/>
          </a:ln>
        </p:spPr>
      </p:pic>
      <p:pic>
        <p:nvPicPr>
          <p:cNvPr id="3076" name="Google Shape;3076;p32"/>
          <p:cNvPicPr preferRelativeResize="0"/>
          <p:nvPr/>
        </p:nvPicPr>
        <p:blipFill>
          <a:blip r:embed="rId6">
            <a:alphaModFix/>
          </a:blip>
          <a:stretch>
            <a:fillRect/>
          </a:stretch>
        </p:blipFill>
        <p:spPr>
          <a:xfrm flipH="1">
            <a:off x="6200100" y="-150427"/>
            <a:ext cx="4248775" cy="2074950"/>
          </a:xfrm>
          <a:prstGeom prst="rect">
            <a:avLst/>
          </a:prstGeom>
          <a:noFill/>
          <a:ln>
            <a:noFill/>
          </a:ln>
        </p:spPr>
      </p:pic>
      <p:grpSp>
        <p:nvGrpSpPr>
          <p:cNvPr id="3077" name="Google Shape;3077;p32"/>
          <p:cNvGrpSpPr/>
          <p:nvPr/>
        </p:nvGrpSpPr>
        <p:grpSpPr>
          <a:xfrm rot="1478259" flipH="1">
            <a:off x="8197565" y="225186"/>
            <a:ext cx="1429879" cy="1600485"/>
            <a:chOff x="4138184" y="930105"/>
            <a:chExt cx="3868174" cy="4329704"/>
          </a:xfrm>
        </p:grpSpPr>
        <p:sp>
          <p:nvSpPr>
            <p:cNvPr id="3078" name="Google Shape;3078;p32"/>
            <p:cNvSpPr/>
            <p:nvPr/>
          </p:nvSpPr>
          <p:spPr>
            <a:xfrm>
              <a:off x="4368726" y="312298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216893">
                <a:alpha val="38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79" name="Google Shape;3079;p32"/>
            <p:cNvGrpSpPr/>
            <p:nvPr/>
          </p:nvGrpSpPr>
          <p:grpSpPr>
            <a:xfrm>
              <a:off x="4138184" y="930105"/>
              <a:ext cx="3868174" cy="3755764"/>
              <a:chOff x="4138184" y="930105"/>
              <a:chExt cx="3868174" cy="3755764"/>
            </a:xfrm>
          </p:grpSpPr>
          <p:sp>
            <p:nvSpPr>
              <p:cNvPr id="3080" name="Google Shape;3080;p32"/>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32"/>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32"/>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32"/>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32"/>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32"/>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32"/>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32"/>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32"/>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32"/>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32"/>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32"/>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32"/>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32"/>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32"/>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32"/>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32"/>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32"/>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32"/>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32"/>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32"/>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32"/>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32"/>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32"/>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32"/>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32"/>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32"/>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32"/>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32"/>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32"/>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32"/>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32"/>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32"/>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32"/>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32"/>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32"/>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32"/>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32"/>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32"/>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32"/>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32"/>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32"/>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32"/>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32"/>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32"/>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32"/>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32"/>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32"/>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32"/>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32"/>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32"/>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32"/>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32"/>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32"/>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32"/>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32"/>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32"/>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32"/>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32"/>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32"/>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32"/>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32"/>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32"/>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32"/>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32"/>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32"/>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32"/>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32"/>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32"/>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32"/>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32"/>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32"/>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32"/>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32"/>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32"/>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32"/>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32"/>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32"/>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32"/>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32"/>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32"/>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32"/>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32"/>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32"/>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32"/>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32"/>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32"/>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32"/>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32"/>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32"/>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32"/>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32"/>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32"/>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32"/>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32"/>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32"/>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32"/>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32"/>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32"/>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32"/>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32"/>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32"/>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32"/>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32"/>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32"/>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32"/>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32"/>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32"/>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32"/>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32"/>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32"/>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32"/>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32"/>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32"/>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32"/>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32"/>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32"/>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32"/>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32"/>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32"/>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32"/>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32"/>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32"/>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32"/>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32"/>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32"/>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32"/>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32"/>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32"/>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32"/>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32"/>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32"/>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32"/>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32"/>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32"/>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15" name="Google Shape;3215;p32"/>
          <p:cNvGrpSpPr/>
          <p:nvPr/>
        </p:nvGrpSpPr>
        <p:grpSpPr>
          <a:xfrm rot="6170894" flipH="1">
            <a:off x="-852305" y="3022104"/>
            <a:ext cx="1896899" cy="1388338"/>
            <a:chOff x="2874822" y="930105"/>
            <a:chExt cx="5131535" cy="3755764"/>
          </a:xfrm>
        </p:grpSpPr>
        <p:sp>
          <p:nvSpPr>
            <p:cNvPr id="3216" name="Google Shape;3216;p32"/>
            <p:cNvSpPr/>
            <p:nvPr/>
          </p:nvSpPr>
          <p:spPr>
            <a:xfrm>
              <a:off x="2874822" y="123737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216893">
                <a:alpha val="38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17" name="Google Shape;3217;p32"/>
            <p:cNvGrpSpPr/>
            <p:nvPr/>
          </p:nvGrpSpPr>
          <p:grpSpPr>
            <a:xfrm>
              <a:off x="4138184" y="930105"/>
              <a:ext cx="3868174" cy="3755764"/>
              <a:chOff x="4138184" y="930105"/>
              <a:chExt cx="3868174" cy="3755764"/>
            </a:xfrm>
          </p:grpSpPr>
          <p:sp>
            <p:nvSpPr>
              <p:cNvPr id="3218" name="Google Shape;3218;p32"/>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32"/>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32"/>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32"/>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32"/>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32"/>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32"/>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32"/>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32"/>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32"/>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32"/>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32"/>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32"/>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32"/>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32"/>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32"/>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32"/>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32"/>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32"/>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32"/>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32"/>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32"/>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32"/>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32"/>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32"/>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32"/>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32"/>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32"/>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32"/>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32"/>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32"/>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32"/>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32"/>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32"/>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32"/>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32"/>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32"/>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32"/>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32"/>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32"/>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32"/>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32"/>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32"/>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32"/>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32"/>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32"/>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32"/>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32"/>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32"/>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32"/>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32"/>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32"/>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32"/>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32"/>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32"/>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32"/>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32"/>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32"/>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32"/>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32"/>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32"/>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32"/>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32"/>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32"/>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32"/>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32"/>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32"/>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32"/>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32"/>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32"/>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32"/>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32"/>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32"/>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32"/>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32"/>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32"/>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32"/>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32"/>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32"/>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32"/>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32"/>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32"/>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32"/>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32"/>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32"/>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32"/>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32"/>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32"/>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32"/>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32"/>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32"/>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32"/>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32"/>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32"/>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32"/>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32"/>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32"/>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32"/>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32"/>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32"/>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32"/>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32"/>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32"/>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32"/>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32"/>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32"/>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32"/>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32"/>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32"/>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32"/>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32"/>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32"/>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32"/>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32"/>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32"/>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32"/>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32"/>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32"/>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32"/>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32"/>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32"/>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32"/>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32"/>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32"/>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32"/>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32"/>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32"/>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32"/>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32"/>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32"/>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32"/>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32"/>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32"/>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32"/>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32"/>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53" name="Google Shape;3353;p32"/>
          <p:cNvSpPr/>
          <p:nvPr/>
        </p:nvSpPr>
        <p:spPr>
          <a:xfrm>
            <a:off x="-152400" y="4276725"/>
            <a:ext cx="8286750" cy="1114425"/>
          </a:xfrm>
          <a:custGeom>
            <a:avLst/>
            <a:gdLst/>
            <a:ahLst/>
            <a:cxnLst/>
            <a:rect l="l" t="t" r="r" b="b"/>
            <a:pathLst>
              <a:path w="331470" h="44577" extrusionOk="0">
                <a:moveTo>
                  <a:pt x="0" y="0"/>
                </a:moveTo>
                <a:cubicBezTo>
                  <a:pt x="5953" y="2381"/>
                  <a:pt x="14516" y="-1867"/>
                  <a:pt x="19050" y="2667"/>
                </a:cubicBezTo>
                <a:cubicBezTo>
                  <a:pt x="25252" y="8869"/>
                  <a:pt x="26697" y="19391"/>
                  <a:pt x="33909" y="24384"/>
                </a:cubicBezTo>
                <a:cubicBezTo>
                  <a:pt x="44970" y="32042"/>
                  <a:pt x="60610" y="31714"/>
                  <a:pt x="73914" y="29718"/>
                </a:cubicBezTo>
                <a:cubicBezTo>
                  <a:pt x="90765" y="27190"/>
                  <a:pt x="106785" y="18669"/>
                  <a:pt x="123825" y="18669"/>
                </a:cubicBezTo>
                <a:cubicBezTo>
                  <a:pt x="129032" y="18669"/>
                  <a:pt x="135941" y="17932"/>
                  <a:pt x="139065" y="22098"/>
                </a:cubicBezTo>
                <a:cubicBezTo>
                  <a:pt x="140608" y="24155"/>
                  <a:pt x="138893" y="28713"/>
                  <a:pt x="136398" y="29337"/>
                </a:cubicBezTo>
                <a:cubicBezTo>
                  <a:pt x="130848" y="30724"/>
                  <a:pt x="124370" y="32657"/>
                  <a:pt x="119253" y="30099"/>
                </a:cubicBezTo>
                <a:cubicBezTo>
                  <a:pt x="117776" y="29361"/>
                  <a:pt x="117879" y="26062"/>
                  <a:pt x="119253" y="25146"/>
                </a:cubicBezTo>
                <a:cubicBezTo>
                  <a:pt x="129595" y="18252"/>
                  <a:pt x="143824" y="19161"/>
                  <a:pt x="156210" y="20193"/>
                </a:cubicBezTo>
                <a:cubicBezTo>
                  <a:pt x="165323" y="20952"/>
                  <a:pt x="174553" y="19564"/>
                  <a:pt x="183642" y="20574"/>
                </a:cubicBezTo>
                <a:cubicBezTo>
                  <a:pt x="202609" y="22681"/>
                  <a:pt x="220988" y="31749"/>
                  <a:pt x="240030" y="30480"/>
                </a:cubicBezTo>
                <a:cubicBezTo>
                  <a:pt x="242434" y="30320"/>
                  <a:pt x="245993" y="30431"/>
                  <a:pt x="246888" y="28194"/>
                </a:cubicBezTo>
                <a:cubicBezTo>
                  <a:pt x="248392" y="24434"/>
                  <a:pt x="242896" y="19623"/>
                  <a:pt x="238887" y="19050"/>
                </a:cubicBezTo>
                <a:cubicBezTo>
                  <a:pt x="235504" y="18567"/>
                  <a:pt x="229509" y="22978"/>
                  <a:pt x="231267" y="25908"/>
                </a:cubicBezTo>
                <a:cubicBezTo>
                  <a:pt x="238544" y="38036"/>
                  <a:pt x="259464" y="23654"/>
                  <a:pt x="273558" y="22479"/>
                </a:cubicBezTo>
                <a:cubicBezTo>
                  <a:pt x="294148" y="20763"/>
                  <a:pt x="312990" y="35337"/>
                  <a:pt x="331470" y="44577"/>
                </a:cubicBezTo>
              </a:path>
            </a:pathLst>
          </a:custGeom>
          <a:noFill/>
          <a:ln w="19050" cap="flat" cmpd="sng">
            <a:solidFill>
              <a:schemeClr val="accent5"/>
            </a:solidFill>
            <a:prstDash val="dash"/>
            <a:round/>
            <a:headEnd type="none" w="med" len="med"/>
            <a:tailEnd type="none" w="med" len="med"/>
          </a:ln>
        </p:spPr>
      </p:sp>
      <p:sp>
        <p:nvSpPr>
          <p:cNvPr id="3354" name="Google Shape;3354;p32"/>
          <p:cNvSpPr/>
          <p:nvPr/>
        </p:nvSpPr>
        <p:spPr>
          <a:xfrm>
            <a:off x="-104775" y="-495300"/>
            <a:ext cx="6229350" cy="916175"/>
          </a:xfrm>
          <a:custGeom>
            <a:avLst/>
            <a:gdLst/>
            <a:ahLst/>
            <a:cxnLst/>
            <a:rect l="l" t="t" r="r" b="b"/>
            <a:pathLst>
              <a:path w="249174" h="36647" extrusionOk="0">
                <a:moveTo>
                  <a:pt x="0" y="26289"/>
                </a:moveTo>
                <a:cubicBezTo>
                  <a:pt x="1675" y="28801"/>
                  <a:pt x="5595" y="28557"/>
                  <a:pt x="8382" y="29718"/>
                </a:cubicBezTo>
                <a:cubicBezTo>
                  <a:pt x="14384" y="32219"/>
                  <a:pt x="20980" y="33103"/>
                  <a:pt x="27432" y="33909"/>
                </a:cubicBezTo>
                <a:cubicBezTo>
                  <a:pt x="55481" y="37415"/>
                  <a:pt x="83747" y="27813"/>
                  <a:pt x="112014" y="27813"/>
                </a:cubicBezTo>
                <a:cubicBezTo>
                  <a:pt x="124771" y="27813"/>
                  <a:pt x="137224" y="36792"/>
                  <a:pt x="149733" y="34290"/>
                </a:cubicBezTo>
                <a:cubicBezTo>
                  <a:pt x="152360" y="33765"/>
                  <a:pt x="152389" y="28183"/>
                  <a:pt x="150495" y="26289"/>
                </a:cubicBezTo>
                <a:cubicBezTo>
                  <a:pt x="148966" y="24760"/>
                  <a:pt x="143051" y="24736"/>
                  <a:pt x="144018" y="26670"/>
                </a:cubicBezTo>
                <a:cubicBezTo>
                  <a:pt x="146407" y="31448"/>
                  <a:pt x="154133" y="30116"/>
                  <a:pt x="159258" y="31623"/>
                </a:cubicBezTo>
                <a:cubicBezTo>
                  <a:pt x="170170" y="34832"/>
                  <a:pt x="182231" y="38558"/>
                  <a:pt x="193167" y="35433"/>
                </a:cubicBezTo>
                <a:cubicBezTo>
                  <a:pt x="202361" y="32806"/>
                  <a:pt x="200703" y="17244"/>
                  <a:pt x="207645" y="10668"/>
                </a:cubicBezTo>
                <a:cubicBezTo>
                  <a:pt x="218021" y="838"/>
                  <a:pt x="234882" y="0"/>
                  <a:pt x="249174" y="0"/>
                </a:cubicBezTo>
              </a:path>
            </a:pathLst>
          </a:custGeom>
          <a:noFill/>
          <a:ln w="19050" cap="flat" cmpd="sng">
            <a:solidFill>
              <a:schemeClr val="accent5"/>
            </a:solidFill>
            <a:prstDash val="dash"/>
            <a:round/>
            <a:headEnd type="none" w="med" len="med"/>
            <a:tailEnd type="none" w="med" len="med"/>
          </a:ln>
        </p:spPr>
      </p:sp>
      <p:sp>
        <p:nvSpPr>
          <p:cNvPr id="3355" name="Google Shape;3355;p32"/>
          <p:cNvSpPr/>
          <p:nvPr/>
        </p:nvSpPr>
        <p:spPr>
          <a:xfrm>
            <a:off x="8543925" y="1704975"/>
            <a:ext cx="953200" cy="2495550"/>
          </a:xfrm>
          <a:custGeom>
            <a:avLst/>
            <a:gdLst/>
            <a:ahLst/>
            <a:cxnLst/>
            <a:rect l="l" t="t" r="r" b="b"/>
            <a:pathLst>
              <a:path w="38128" h="99822" extrusionOk="0">
                <a:moveTo>
                  <a:pt x="36576" y="0"/>
                </a:moveTo>
                <a:cubicBezTo>
                  <a:pt x="43463" y="13775"/>
                  <a:pt x="24512" y="30003"/>
                  <a:pt x="12192" y="39243"/>
                </a:cubicBezTo>
                <a:cubicBezTo>
                  <a:pt x="8927" y="41692"/>
                  <a:pt x="0" y="44468"/>
                  <a:pt x="0" y="40386"/>
                </a:cubicBezTo>
                <a:cubicBezTo>
                  <a:pt x="0" y="36574"/>
                  <a:pt x="2305" y="32185"/>
                  <a:pt x="5715" y="30480"/>
                </a:cubicBezTo>
                <a:cubicBezTo>
                  <a:pt x="8986" y="28845"/>
                  <a:pt x="15285" y="30704"/>
                  <a:pt x="16002" y="34290"/>
                </a:cubicBezTo>
                <a:cubicBezTo>
                  <a:pt x="18563" y="47095"/>
                  <a:pt x="8216" y="60404"/>
                  <a:pt x="11049" y="73152"/>
                </a:cubicBezTo>
                <a:cubicBezTo>
                  <a:pt x="13719" y="85165"/>
                  <a:pt x="27874" y="91120"/>
                  <a:pt x="36576" y="99822"/>
                </a:cubicBezTo>
              </a:path>
            </a:pathLst>
          </a:custGeom>
          <a:noFill/>
          <a:ln w="19050" cap="flat" cmpd="sng">
            <a:solidFill>
              <a:schemeClr val="accent5"/>
            </a:solidFill>
            <a:prstDash val="dash"/>
            <a:round/>
            <a:headEnd type="none" w="med" len="med"/>
            <a:tailEnd type="none" w="med" len="med"/>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Bebas Neue"/>
              <a:buNone/>
              <a:defRPr sz="3500" b="1">
                <a:solidFill>
                  <a:schemeClr val="dk1"/>
                </a:solidFill>
                <a:latin typeface="Bebas Neue"/>
                <a:ea typeface="Bebas Neue"/>
                <a:cs typeface="Bebas Neue"/>
                <a:sym typeface="Bebas Neu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1pPr>
            <a:lvl2pPr marL="914400" lvl="1"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2pPr>
            <a:lvl3pPr marL="1371600" lvl="2"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3pPr>
            <a:lvl4pPr marL="1828800" lvl="3"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4pPr>
            <a:lvl5pPr marL="2286000" lvl="4"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5pPr>
            <a:lvl6pPr marL="2743200" lvl="5"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6pPr>
            <a:lvl7pPr marL="3200400" lvl="6"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7pPr>
            <a:lvl8pPr marL="3657600" lvl="7"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8pPr>
            <a:lvl9pPr marL="4114800" lvl="8"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8" r:id="rId3"/>
    <p:sldLayoutId id="2147483659" r:id="rId4"/>
    <p:sldLayoutId id="2147483661" r:id="rId5"/>
    <p:sldLayoutId id="2147483669" r:id="rId6"/>
    <p:sldLayoutId id="2147483677" r:id="rId7"/>
    <p:sldLayoutId id="2147483678"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chart" Target="../charts/char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65"/>
        <p:cNvGrpSpPr/>
        <p:nvPr/>
      </p:nvGrpSpPr>
      <p:grpSpPr>
        <a:xfrm>
          <a:off x="0" y="0"/>
          <a:ext cx="0" cy="0"/>
          <a:chOff x="0" y="0"/>
          <a:chExt cx="0" cy="0"/>
        </a:xfrm>
      </p:grpSpPr>
      <p:grpSp>
        <p:nvGrpSpPr>
          <p:cNvPr id="3645" name="Google Shape;3645;p36"/>
          <p:cNvGrpSpPr/>
          <p:nvPr/>
        </p:nvGrpSpPr>
        <p:grpSpPr>
          <a:xfrm rot="-121861">
            <a:off x="4415760" y="3903577"/>
            <a:ext cx="1429802" cy="1600398"/>
            <a:chOff x="4138184" y="930105"/>
            <a:chExt cx="3868174" cy="4329704"/>
          </a:xfrm>
        </p:grpSpPr>
        <p:sp>
          <p:nvSpPr>
            <p:cNvPr id="3646" name="Google Shape;3646;p36"/>
            <p:cNvSpPr/>
            <p:nvPr/>
          </p:nvSpPr>
          <p:spPr>
            <a:xfrm>
              <a:off x="4368726" y="312298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47" name="Google Shape;3647;p36"/>
            <p:cNvGrpSpPr/>
            <p:nvPr/>
          </p:nvGrpSpPr>
          <p:grpSpPr>
            <a:xfrm>
              <a:off x="4138184" y="930105"/>
              <a:ext cx="3868174" cy="3755764"/>
              <a:chOff x="4138184" y="930105"/>
              <a:chExt cx="3868174" cy="3755764"/>
            </a:xfrm>
          </p:grpSpPr>
          <p:sp>
            <p:nvSpPr>
              <p:cNvPr id="3648" name="Google Shape;3648;p36"/>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36"/>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36"/>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36"/>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36"/>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36"/>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36"/>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36"/>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36"/>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36"/>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36"/>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36"/>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36"/>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36"/>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36"/>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36"/>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36"/>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36"/>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36"/>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36"/>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36"/>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36"/>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36"/>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36"/>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36"/>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36"/>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36"/>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36"/>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36"/>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36"/>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36"/>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36"/>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36"/>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36"/>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36"/>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36"/>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36"/>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36"/>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36"/>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36"/>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36"/>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36"/>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36"/>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36"/>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36"/>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36"/>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36"/>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36"/>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36"/>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36"/>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36"/>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36"/>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36"/>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36"/>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36"/>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36"/>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36"/>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36"/>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36"/>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36"/>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36"/>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36"/>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36"/>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36"/>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36"/>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36"/>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36"/>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36"/>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36"/>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36"/>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36"/>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36"/>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36"/>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36"/>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36"/>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36"/>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36"/>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36"/>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36"/>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36"/>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36"/>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36"/>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36"/>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36"/>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36"/>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36"/>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36"/>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36"/>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36"/>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36"/>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36"/>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36"/>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36"/>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36"/>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36"/>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36"/>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36"/>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36"/>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36"/>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36"/>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36"/>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36"/>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36"/>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36"/>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36"/>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36"/>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36"/>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36"/>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36"/>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36"/>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36"/>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36"/>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36"/>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36"/>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36"/>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36"/>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36"/>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36"/>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36"/>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36"/>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36"/>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36"/>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36"/>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36"/>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36"/>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36"/>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36"/>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36"/>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36"/>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36"/>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36"/>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36"/>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36"/>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36"/>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36"/>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66" name="Google Shape;3366;p36"/>
          <p:cNvSpPr txBox="1">
            <a:spLocks noGrp="1"/>
          </p:cNvSpPr>
          <p:nvPr>
            <p:ph type="ctrTitle"/>
          </p:nvPr>
        </p:nvSpPr>
        <p:spPr>
          <a:xfrm>
            <a:off x="1749150" y="2149253"/>
            <a:ext cx="5645700" cy="104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DO FREQUENT FLYERS FEEL CHEATED?</a:t>
            </a:r>
            <a:endParaRPr/>
          </a:p>
        </p:txBody>
      </p:sp>
      <p:sp>
        <p:nvSpPr>
          <p:cNvPr id="3367" name="Google Shape;3367;p36"/>
          <p:cNvSpPr txBox="1">
            <a:spLocks noGrp="1"/>
          </p:cNvSpPr>
          <p:nvPr>
            <p:ph type="subTitle" idx="1"/>
          </p:nvPr>
        </p:nvSpPr>
        <p:spPr>
          <a:xfrm>
            <a:off x="2255520" y="3060739"/>
            <a:ext cx="4610100" cy="81800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Done by: </a:t>
            </a:r>
            <a:r>
              <a:rPr lang="en-US" dirty="0"/>
              <a:t>Abdulla</a:t>
            </a:r>
          </a:p>
          <a:p>
            <a:pPr marL="0" lvl="0" indent="0" algn="ctr" rtl="0">
              <a:spcBef>
                <a:spcPts val="0"/>
              </a:spcBef>
              <a:spcAft>
                <a:spcPts val="0"/>
              </a:spcAft>
              <a:buNone/>
            </a:pPr>
            <a:r>
              <a:rPr lang="en-US" dirty="0"/>
              <a:t>        Ali</a:t>
            </a:r>
          </a:p>
          <a:p>
            <a:pPr marL="0" lvl="0" indent="0" algn="ctr" rtl="0">
              <a:spcBef>
                <a:spcPts val="0"/>
              </a:spcBef>
              <a:spcAft>
                <a:spcPts val="0"/>
              </a:spcAft>
              <a:buNone/>
            </a:pPr>
            <a:r>
              <a:rPr lang="en-US" dirty="0"/>
              <a:t>               Zeyad</a:t>
            </a:r>
          </a:p>
        </p:txBody>
      </p:sp>
      <p:pic>
        <p:nvPicPr>
          <p:cNvPr id="3368" name="Google Shape;3368;p36"/>
          <p:cNvPicPr preferRelativeResize="0"/>
          <p:nvPr/>
        </p:nvPicPr>
        <p:blipFill>
          <a:blip r:embed="rId3">
            <a:alphaModFix/>
          </a:blip>
          <a:stretch>
            <a:fillRect/>
          </a:stretch>
        </p:blipFill>
        <p:spPr>
          <a:xfrm>
            <a:off x="4276726" y="-347791"/>
            <a:ext cx="5295899" cy="2286248"/>
          </a:xfrm>
          <a:prstGeom prst="rect">
            <a:avLst/>
          </a:prstGeom>
          <a:noFill/>
          <a:ln>
            <a:noFill/>
          </a:ln>
        </p:spPr>
      </p:pic>
      <p:grpSp>
        <p:nvGrpSpPr>
          <p:cNvPr id="3369" name="Google Shape;3369;p36"/>
          <p:cNvGrpSpPr/>
          <p:nvPr/>
        </p:nvGrpSpPr>
        <p:grpSpPr>
          <a:xfrm>
            <a:off x="713228" y="8468"/>
            <a:ext cx="1763602" cy="1672817"/>
            <a:chOff x="4138184" y="930105"/>
            <a:chExt cx="3959591" cy="3755764"/>
          </a:xfrm>
        </p:grpSpPr>
        <p:sp>
          <p:nvSpPr>
            <p:cNvPr id="3370" name="Google Shape;3370;p36"/>
            <p:cNvSpPr/>
            <p:nvPr/>
          </p:nvSpPr>
          <p:spPr>
            <a:xfrm>
              <a:off x="5909881" y="2233489"/>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71" name="Google Shape;3371;p36"/>
            <p:cNvGrpSpPr/>
            <p:nvPr/>
          </p:nvGrpSpPr>
          <p:grpSpPr>
            <a:xfrm>
              <a:off x="4138184" y="930105"/>
              <a:ext cx="3868174" cy="3755764"/>
              <a:chOff x="4138184" y="930105"/>
              <a:chExt cx="3868174" cy="3755764"/>
            </a:xfrm>
          </p:grpSpPr>
          <p:sp>
            <p:nvSpPr>
              <p:cNvPr id="3372" name="Google Shape;3372;p36"/>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36"/>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36"/>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36"/>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36"/>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36"/>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36"/>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36"/>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36"/>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36"/>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36"/>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36"/>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36"/>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36"/>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36"/>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36"/>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36"/>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36"/>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36"/>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36"/>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36"/>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36"/>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36"/>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36"/>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36"/>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36"/>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36"/>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36"/>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36"/>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36"/>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36"/>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36"/>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36"/>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36"/>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36"/>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36"/>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36"/>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36"/>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36"/>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36"/>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36"/>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36"/>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36"/>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36"/>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36"/>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36"/>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36"/>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36"/>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36"/>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36"/>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36"/>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36"/>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36"/>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36"/>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36"/>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36"/>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36"/>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36"/>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36"/>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36"/>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36"/>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36"/>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36"/>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36"/>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36"/>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36"/>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36"/>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36"/>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36"/>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36"/>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36"/>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36"/>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36"/>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36"/>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36"/>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36"/>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36"/>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36"/>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36"/>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36"/>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36"/>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36"/>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36"/>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36"/>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36"/>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36"/>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36"/>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36"/>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36"/>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36"/>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36"/>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36"/>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36"/>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36"/>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36"/>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36"/>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36"/>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36"/>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36"/>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36"/>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36"/>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36"/>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36"/>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36"/>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36"/>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36"/>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36"/>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36"/>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36"/>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36"/>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36"/>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36"/>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36"/>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36"/>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36"/>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36"/>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36"/>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36"/>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36"/>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36"/>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36"/>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36"/>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36"/>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36"/>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36"/>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36"/>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36"/>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36"/>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36"/>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36"/>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36"/>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36"/>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36"/>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36"/>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36"/>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07" name="Google Shape;3507;p36"/>
          <p:cNvGrpSpPr/>
          <p:nvPr/>
        </p:nvGrpSpPr>
        <p:grpSpPr>
          <a:xfrm rot="-5400000">
            <a:off x="7709162" y="470663"/>
            <a:ext cx="2054108" cy="1672817"/>
            <a:chOff x="3394530" y="930105"/>
            <a:chExt cx="4611828" cy="3755764"/>
          </a:xfrm>
        </p:grpSpPr>
        <p:sp>
          <p:nvSpPr>
            <p:cNvPr id="3508" name="Google Shape;3508;p36"/>
            <p:cNvSpPr/>
            <p:nvPr/>
          </p:nvSpPr>
          <p:spPr>
            <a:xfrm>
              <a:off x="3394530" y="121409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09" name="Google Shape;3509;p36"/>
            <p:cNvGrpSpPr/>
            <p:nvPr/>
          </p:nvGrpSpPr>
          <p:grpSpPr>
            <a:xfrm>
              <a:off x="4138184" y="930105"/>
              <a:ext cx="3868174" cy="3755764"/>
              <a:chOff x="4138184" y="930105"/>
              <a:chExt cx="3868174" cy="3755764"/>
            </a:xfrm>
          </p:grpSpPr>
          <p:sp>
            <p:nvSpPr>
              <p:cNvPr id="3510" name="Google Shape;3510;p36"/>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36"/>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36"/>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36"/>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36"/>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36"/>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36"/>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36"/>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36"/>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36"/>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36"/>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36"/>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36"/>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36"/>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36"/>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36"/>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36"/>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36"/>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36"/>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36"/>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36"/>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36"/>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36"/>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36"/>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36"/>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36"/>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36"/>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36"/>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36"/>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36"/>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36"/>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36"/>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36"/>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36"/>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36"/>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36"/>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36"/>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36"/>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36"/>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36"/>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36"/>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36"/>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36"/>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36"/>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36"/>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36"/>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36"/>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36"/>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36"/>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36"/>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36"/>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36"/>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36"/>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36"/>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36"/>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36"/>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36"/>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36"/>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36"/>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36"/>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36"/>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36"/>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36"/>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36"/>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36"/>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36"/>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36"/>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36"/>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36"/>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36"/>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36"/>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36"/>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36"/>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36"/>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36"/>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36"/>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36"/>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36"/>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36"/>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36"/>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36"/>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36"/>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36"/>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36"/>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36"/>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36"/>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36"/>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36"/>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36"/>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36"/>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36"/>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36"/>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36"/>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36"/>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36"/>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36"/>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36"/>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36"/>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36"/>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36"/>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36"/>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36"/>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36"/>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36"/>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36"/>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36"/>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36"/>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36"/>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36"/>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36"/>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36"/>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36"/>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36"/>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36"/>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36"/>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36"/>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36"/>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36"/>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36"/>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36"/>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36"/>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36"/>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36"/>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36"/>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36"/>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36"/>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36"/>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36"/>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36"/>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36"/>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36"/>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36"/>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36"/>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36"/>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36"/>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783" name="Google Shape;3783;p36"/>
          <p:cNvSpPr/>
          <p:nvPr/>
        </p:nvSpPr>
        <p:spPr>
          <a:xfrm>
            <a:off x="-85725" y="1162050"/>
            <a:ext cx="1318225" cy="3962400"/>
          </a:xfrm>
          <a:custGeom>
            <a:avLst/>
            <a:gdLst/>
            <a:ahLst/>
            <a:cxnLst/>
            <a:rect l="l" t="t" r="r" b="b"/>
            <a:pathLst>
              <a:path w="52729" h="158496" extrusionOk="0">
                <a:moveTo>
                  <a:pt x="32385" y="0"/>
                </a:moveTo>
                <a:cubicBezTo>
                  <a:pt x="20673" y="1952"/>
                  <a:pt x="9580" y="18835"/>
                  <a:pt x="13335" y="30099"/>
                </a:cubicBezTo>
                <a:cubicBezTo>
                  <a:pt x="16235" y="38798"/>
                  <a:pt x="28389" y="40612"/>
                  <a:pt x="35433" y="46482"/>
                </a:cubicBezTo>
                <a:cubicBezTo>
                  <a:pt x="43634" y="53316"/>
                  <a:pt x="51868" y="62881"/>
                  <a:pt x="52578" y="73533"/>
                </a:cubicBezTo>
                <a:cubicBezTo>
                  <a:pt x="53714" y="90574"/>
                  <a:pt x="46352" y="109079"/>
                  <a:pt x="34671" y="121539"/>
                </a:cubicBezTo>
                <a:cubicBezTo>
                  <a:pt x="23118" y="133862"/>
                  <a:pt x="7554" y="143388"/>
                  <a:pt x="0" y="158496"/>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3784" name="Google Shape;3784;p36"/>
          <p:cNvSpPr/>
          <p:nvPr/>
        </p:nvSpPr>
        <p:spPr>
          <a:xfrm>
            <a:off x="8200715" y="2019300"/>
            <a:ext cx="895650" cy="4038600"/>
          </a:xfrm>
          <a:custGeom>
            <a:avLst/>
            <a:gdLst/>
            <a:ahLst/>
            <a:cxnLst/>
            <a:rect l="l" t="t" r="r" b="b"/>
            <a:pathLst>
              <a:path w="35826" h="161544" extrusionOk="0">
                <a:moveTo>
                  <a:pt x="35826" y="0"/>
                </a:moveTo>
                <a:cubicBezTo>
                  <a:pt x="35826" y="7522"/>
                  <a:pt x="35426" y="15839"/>
                  <a:pt x="31254" y="22098"/>
                </a:cubicBezTo>
                <a:cubicBezTo>
                  <a:pt x="23682" y="33456"/>
                  <a:pt x="9702" y="39729"/>
                  <a:pt x="2679" y="51435"/>
                </a:cubicBezTo>
                <a:cubicBezTo>
                  <a:pt x="-924" y="57440"/>
                  <a:pt x="-218" y="65523"/>
                  <a:pt x="1155" y="72390"/>
                </a:cubicBezTo>
                <a:cubicBezTo>
                  <a:pt x="3222" y="82727"/>
                  <a:pt x="23401" y="92001"/>
                  <a:pt x="30492" y="84201"/>
                </a:cubicBezTo>
                <a:cubicBezTo>
                  <a:pt x="34084" y="80250"/>
                  <a:pt x="34638" y="70303"/>
                  <a:pt x="29730" y="68199"/>
                </a:cubicBezTo>
                <a:cubicBezTo>
                  <a:pt x="25105" y="66217"/>
                  <a:pt x="19058" y="68075"/>
                  <a:pt x="14871" y="70866"/>
                </a:cubicBezTo>
                <a:cubicBezTo>
                  <a:pt x="7918" y="75501"/>
                  <a:pt x="5560" y="85427"/>
                  <a:pt x="4584" y="93726"/>
                </a:cubicBezTo>
                <a:cubicBezTo>
                  <a:pt x="3188" y="105588"/>
                  <a:pt x="1833" y="118248"/>
                  <a:pt x="5727" y="129540"/>
                </a:cubicBezTo>
                <a:cubicBezTo>
                  <a:pt x="10281" y="142745"/>
                  <a:pt x="20284" y="155297"/>
                  <a:pt x="32778" y="161544"/>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3785" name="Google Shape;3785;p36"/>
          <p:cNvSpPr/>
          <p:nvPr/>
        </p:nvSpPr>
        <p:spPr>
          <a:xfrm>
            <a:off x="1874326" y="4291598"/>
            <a:ext cx="2447925" cy="1589000"/>
          </a:xfrm>
          <a:custGeom>
            <a:avLst/>
            <a:gdLst/>
            <a:ahLst/>
            <a:cxnLst/>
            <a:rect l="l" t="t" r="r" b="b"/>
            <a:pathLst>
              <a:path w="97917" h="63560" extrusionOk="0">
                <a:moveTo>
                  <a:pt x="97917" y="26984"/>
                </a:moveTo>
                <a:cubicBezTo>
                  <a:pt x="84621" y="36956"/>
                  <a:pt x="60077" y="30781"/>
                  <a:pt x="48768" y="18602"/>
                </a:cubicBezTo>
                <a:cubicBezTo>
                  <a:pt x="44368" y="13863"/>
                  <a:pt x="49241" y="-2088"/>
                  <a:pt x="55245" y="314"/>
                </a:cubicBezTo>
                <a:cubicBezTo>
                  <a:pt x="63962" y="3801"/>
                  <a:pt x="48788" y="19241"/>
                  <a:pt x="41148" y="24698"/>
                </a:cubicBezTo>
                <a:cubicBezTo>
                  <a:pt x="25796" y="35664"/>
                  <a:pt x="11786" y="48828"/>
                  <a:pt x="0" y="63560"/>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8489-8546-1DE8-8754-178BA2D2B798}"/>
              </a:ext>
            </a:extLst>
          </p:cNvPr>
          <p:cNvSpPr>
            <a:spLocks noGrp="1"/>
          </p:cNvSpPr>
          <p:nvPr>
            <p:ph type="title"/>
          </p:nvPr>
        </p:nvSpPr>
        <p:spPr>
          <a:xfrm>
            <a:off x="720000" y="374566"/>
            <a:ext cx="7704000" cy="572700"/>
          </a:xfrm>
        </p:spPr>
        <p:txBody>
          <a:bodyPr/>
          <a:lstStyle/>
          <a:p>
            <a:r>
              <a:rPr lang="en-US" dirty="0"/>
              <a:t>An INTRODUCTION TO BRITISH AIRWAYS</a:t>
            </a:r>
          </a:p>
        </p:txBody>
      </p:sp>
      <p:sp>
        <p:nvSpPr>
          <p:cNvPr id="14" name="TextBox 13">
            <a:extLst>
              <a:ext uri="{FF2B5EF4-FFF2-40B4-BE49-F238E27FC236}">
                <a16:creationId xmlns:a16="http://schemas.microsoft.com/office/drawing/2014/main" id="{6B1CFB19-E2EA-6F5D-07CE-B0097608C4DF}"/>
              </a:ext>
            </a:extLst>
          </p:cNvPr>
          <p:cNvSpPr txBox="1"/>
          <p:nvPr/>
        </p:nvSpPr>
        <p:spPr>
          <a:xfrm>
            <a:off x="445770" y="1196107"/>
            <a:ext cx="9041130" cy="3465564"/>
          </a:xfrm>
          <a:prstGeom prst="rect">
            <a:avLst/>
          </a:prstGeom>
          <a:noFill/>
        </p:spPr>
        <p:txBody>
          <a:bodyPr wrap="square">
            <a:spAutoFit/>
          </a:bodyPr>
          <a:lstStyle/>
          <a:p>
            <a:pPr marL="457200" marR="0" lvl="0" indent="-317500" algn="l" defTabSz="914400" rtl="0" eaLnBrk="1" fontAlgn="auto" latinLnBrk="0" hangingPunct="1">
              <a:lnSpc>
                <a:spcPct val="200000"/>
              </a:lnSpc>
              <a:spcBef>
                <a:spcPts val="1000"/>
              </a:spcBef>
              <a:spcAft>
                <a:spcPts val="0"/>
              </a:spcAft>
              <a:buClr>
                <a:srgbClr val="13394F"/>
              </a:buClr>
              <a:buSzPts val="1400"/>
              <a:buFont typeface="Lexend Deca Light"/>
              <a:buChar char="●"/>
              <a:tabLst/>
              <a:defRPr/>
            </a:pPr>
            <a:r>
              <a:rPr kumimoji="0" lang="en-US" sz="1600" b="0" i="0" u="none" strike="noStrike" kern="0" cap="none" spc="0" normalizeH="0" baseline="0" noProof="0" dirty="0">
                <a:ln>
                  <a:noFill/>
                </a:ln>
                <a:solidFill>
                  <a:srgbClr val="13394F"/>
                </a:solidFill>
                <a:effectLst/>
                <a:uLnTx/>
                <a:uFillTx/>
                <a:latin typeface="Lexend Deca"/>
                <a:sym typeface="Lexend Deca"/>
              </a:rPr>
              <a:t>British Airways is a one of the world’s leading global premium airlines</a:t>
            </a:r>
          </a:p>
          <a:p>
            <a:pPr marL="457200" lvl="0" indent="-317500">
              <a:lnSpc>
                <a:spcPct val="200000"/>
              </a:lnSpc>
              <a:buClr>
                <a:srgbClr val="13394F"/>
              </a:buClr>
              <a:buSzPts val="1400"/>
              <a:buFont typeface="Lexend Deca Light"/>
              <a:buChar char="●"/>
              <a:defRPr/>
            </a:pPr>
            <a:r>
              <a:rPr lang="en-US" sz="1600" dirty="0">
                <a:solidFill>
                  <a:srgbClr val="13394F"/>
                </a:solidFill>
                <a:latin typeface="Lexend Deca"/>
                <a:sym typeface="Lexend Deca"/>
              </a:rPr>
              <a:t>Flag carrier of the United Kingdom</a:t>
            </a:r>
          </a:p>
          <a:p>
            <a:pPr marL="457200" lvl="0" indent="-317500">
              <a:lnSpc>
                <a:spcPct val="200000"/>
              </a:lnSpc>
              <a:buClr>
                <a:srgbClr val="13394F"/>
              </a:buClr>
              <a:buSzPts val="1400"/>
              <a:buFont typeface="Lexend Deca Light"/>
              <a:buChar char="●"/>
              <a:defRPr/>
            </a:pPr>
            <a:r>
              <a:rPr lang="en-US" sz="1600" b="1" dirty="0">
                <a:solidFill>
                  <a:srgbClr val="13394F"/>
                </a:solidFill>
                <a:latin typeface="Lexend Deca"/>
                <a:sym typeface="Lexend Deca"/>
              </a:rPr>
              <a:t>Destinations</a:t>
            </a:r>
            <a:r>
              <a:rPr lang="en-US" sz="1600" dirty="0">
                <a:solidFill>
                  <a:srgbClr val="13394F"/>
                </a:solidFill>
                <a:latin typeface="Lexend Deca"/>
                <a:sym typeface="Lexend Deca"/>
              </a:rPr>
              <a:t>: 200+ cities in over 80 countries</a:t>
            </a:r>
          </a:p>
          <a:p>
            <a:pPr marL="457200" lvl="0" indent="-317500">
              <a:lnSpc>
                <a:spcPct val="200000"/>
              </a:lnSpc>
              <a:buClr>
                <a:srgbClr val="13394F"/>
              </a:buClr>
              <a:buSzPts val="1400"/>
              <a:buFont typeface="Lexend Deca Light"/>
              <a:buChar char="●"/>
              <a:defRPr/>
            </a:pPr>
            <a:r>
              <a:rPr lang="en-US" sz="1600" b="1" dirty="0">
                <a:solidFill>
                  <a:srgbClr val="13394F"/>
                </a:solidFill>
                <a:latin typeface="Lexend Deca"/>
                <a:sym typeface="Lexend Deca"/>
              </a:rPr>
              <a:t>Annual Passengers</a:t>
            </a:r>
            <a:r>
              <a:rPr lang="en-US" sz="1600" dirty="0">
                <a:solidFill>
                  <a:srgbClr val="13394F"/>
                </a:solidFill>
                <a:latin typeface="Lexend Deca"/>
                <a:sym typeface="Lexend Deca"/>
              </a:rPr>
              <a:t>: Around 40 million</a:t>
            </a:r>
          </a:p>
          <a:p>
            <a:pPr marL="457200" lvl="0" indent="-317500">
              <a:lnSpc>
                <a:spcPct val="200000"/>
              </a:lnSpc>
              <a:buClr>
                <a:srgbClr val="13394F"/>
              </a:buClr>
              <a:buSzPts val="1400"/>
              <a:buFont typeface="Lexend Deca Light"/>
              <a:buChar char="●"/>
              <a:defRPr/>
            </a:pPr>
            <a:r>
              <a:rPr lang="en-US" sz="1600" b="1" dirty="0">
                <a:solidFill>
                  <a:srgbClr val="13394F"/>
                </a:solidFill>
                <a:latin typeface="Lexend Deca"/>
                <a:sym typeface="Lexend Deca"/>
              </a:rPr>
              <a:t>Main hub</a:t>
            </a:r>
            <a:r>
              <a:rPr lang="en-US" sz="1600" dirty="0">
                <a:solidFill>
                  <a:srgbClr val="13394F"/>
                </a:solidFill>
                <a:latin typeface="Lexend Deca"/>
                <a:sym typeface="Lexend Deca"/>
              </a:rPr>
              <a:t>: London Heathrow Airport</a:t>
            </a:r>
          </a:p>
          <a:p>
            <a:pPr marL="457200" indent="-317500">
              <a:lnSpc>
                <a:spcPct val="200000"/>
              </a:lnSpc>
              <a:buClr>
                <a:srgbClr val="13394F"/>
              </a:buClr>
              <a:buSzPts val="1400"/>
              <a:buFont typeface="Lexend Deca Light"/>
              <a:buChar char="●"/>
              <a:defRPr/>
            </a:pPr>
            <a:r>
              <a:rPr lang="en-US" sz="1600" b="1" dirty="0">
                <a:solidFill>
                  <a:srgbClr val="13394F"/>
                </a:solidFill>
                <a:latin typeface="Lexend Deca"/>
                <a:sym typeface="Lexend Deca"/>
              </a:rPr>
              <a:t>Current ranking</a:t>
            </a:r>
            <a:r>
              <a:rPr lang="en-US" sz="1600" dirty="0">
                <a:solidFill>
                  <a:srgbClr val="13394F"/>
                </a:solidFill>
                <a:latin typeface="Lexend Deca"/>
                <a:sym typeface="Lexend Deca"/>
              </a:rPr>
              <a:t>: #13 Globally</a:t>
            </a:r>
          </a:p>
          <a:p>
            <a:pPr marL="457200" indent="-317500">
              <a:lnSpc>
                <a:spcPct val="200000"/>
              </a:lnSpc>
              <a:buClr>
                <a:srgbClr val="13394F"/>
              </a:buClr>
              <a:buSzPts val="1400"/>
              <a:buFont typeface="Lexend Deca Light"/>
              <a:buChar char="●"/>
              <a:defRPr/>
            </a:pPr>
            <a:r>
              <a:rPr kumimoji="0" lang="en-US" sz="1600" b="1" i="0" u="none" strike="noStrike" kern="0" cap="none" spc="0" normalizeH="0" baseline="0" noProof="0" dirty="0">
                <a:ln>
                  <a:noFill/>
                </a:ln>
                <a:solidFill>
                  <a:srgbClr val="13394F"/>
                </a:solidFill>
                <a:effectLst/>
                <a:uLnTx/>
                <a:uFillTx/>
                <a:latin typeface="Lexend Deca"/>
                <a:sym typeface="Lexend Deca"/>
              </a:rPr>
              <a:t>Curr</a:t>
            </a:r>
            <a:r>
              <a:rPr lang="en-US" sz="1600" b="1" dirty="0" err="1">
                <a:solidFill>
                  <a:srgbClr val="13394F"/>
                </a:solidFill>
                <a:latin typeface="Lexend Deca"/>
                <a:sym typeface="Lexend Deca"/>
              </a:rPr>
              <a:t>ent</a:t>
            </a:r>
            <a:r>
              <a:rPr lang="en-US" sz="1600" b="1" dirty="0">
                <a:solidFill>
                  <a:srgbClr val="13394F"/>
                </a:solidFill>
                <a:latin typeface="Lexend Deca"/>
                <a:sym typeface="Lexend Deca"/>
              </a:rPr>
              <a:t> situation</a:t>
            </a:r>
            <a:r>
              <a:rPr lang="en-US" sz="1600" dirty="0">
                <a:solidFill>
                  <a:srgbClr val="13394F"/>
                </a:solidFill>
                <a:latin typeface="Lexend Deca"/>
                <a:sym typeface="Lexend Deca"/>
              </a:rPr>
              <a:t>: Hasn’t been in top 10 since 2006</a:t>
            </a:r>
            <a:endParaRPr kumimoji="0" lang="en-US" sz="1600" i="0" u="none" strike="noStrike" kern="0" cap="none" spc="0" normalizeH="0" baseline="0" noProof="0" dirty="0">
              <a:ln>
                <a:noFill/>
              </a:ln>
              <a:solidFill>
                <a:srgbClr val="13394F"/>
              </a:solidFill>
              <a:effectLst/>
              <a:uLnTx/>
              <a:uFillTx/>
              <a:latin typeface="Lexend Deca"/>
              <a:sym typeface="Lexend Deca"/>
            </a:endParaRPr>
          </a:p>
        </p:txBody>
      </p:sp>
      <p:grpSp>
        <p:nvGrpSpPr>
          <p:cNvPr id="23" name="Google Shape;4682;p43">
            <a:extLst>
              <a:ext uri="{FF2B5EF4-FFF2-40B4-BE49-F238E27FC236}">
                <a16:creationId xmlns:a16="http://schemas.microsoft.com/office/drawing/2014/main" id="{35CC58EC-5362-9041-409F-779D20ECF18E}"/>
              </a:ext>
            </a:extLst>
          </p:cNvPr>
          <p:cNvGrpSpPr/>
          <p:nvPr/>
        </p:nvGrpSpPr>
        <p:grpSpPr>
          <a:xfrm rot="-6162028">
            <a:off x="6873756" y="1953449"/>
            <a:ext cx="2053625" cy="1672424"/>
            <a:chOff x="3394530" y="930105"/>
            <a:chExt cx="4611828" cy="3755764"/>
          </a:xfrm>
        </p:grpSpPr>
        <p:sp>
          <p:nvSpPr>
            <p:cNvPr id="24" name="Google Shape;4683;p43">
              <a:extLst>
                <a:ext uri="{FF2B5EF4-FFF2-40B4-BE49-F238E27FC236}">
                  <a16:creationId xmlns:a16="http://schemas.microsoft.com/office/drawing/2014/main" id="{E79C8D80-B8A1-1079-4309-DD1C755C4548}"/>
                </a:ext>
              </a:extLst>
            </p:cNvPr>
            <p:cNvSpPr/>
            <p:nvPr/>
          </p:nvSpPr>
          <p:spPr>
            <a:xfrm>
              <a:off x="3394530" y="121409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4684;p43">
              <a:extLst>
                <a:ext uri="{FF2B5EF4-FFF2-40B4-BE49-F238E27FC236}">
                  <a16:creationId xmlns:a16="http://schemas.microsoft.com/office/drawing/2014/main" id="{FD58F259-44BC-7886-D771-DE46EC51E9E5}"/>
                </a:ext>
              </a:extLst>
            </p:cNvPr>
            <p:cNvGrpSpPr/>
            <p:nvPr/>
          </p:nvGrpSpPr>
          <p:grpSpPr>
            <a:xfrm>
              <a:off x="4138184" y="930105"/>
              <a:ext cx="3868174" cy="3755764"/>
              <a:chOff x="4138184" y="930105"/>
              <a:chExt cx="3868174" cy="3755764"/>
            </a:xfrm>
          </p:grpSpPr>
          <p:sp>
            <p:nvSpPr>
              <p:cNvPr id="26" name="Google Shape;4685;p43">
                <a:extLst>
                  <a:ext uri="{FF2B5EF4-FFF2-40B4-BE49-F238E27FC236}">
                    <a16:creationId xmlns:a16="http://schemas.microsoft.com/office/drawing/2014/main" id="{427D3298-F83B-E6C5-8667-18A984B1BA16}"/>
                  </a:ext>
                </a:extLst>
              </p:cNvPr>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86;p43">
                <a:extLst>
                  <a:ext uri="{FF2B5EF4-FFF2-40B4-BE49-F238E27FC236}">
                    <a16:creationId xmlns:a16="http://schemas.microsoft.com/office/drawing/2014/main" id="{1C86950F-E689-E7B0-2EC9-7AB42BF4F6B8}"/>
                  </a:ext>
                </a:extLst>
              </p:cNvPr>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687;p43">
                <a:extLst>
                  <a:ext uri="{FF2B5EF4-FFF2-40B4-BE49-F238E27FC236}">
                    <a16:creationId xmlns:a16="http://schemas.microsoft.com/office/drawing/2014/main" id="{A2FFD768-EDE2-FEAD-297B-86F55227E020}"/>
                  </a:ext>
                </a:extLst>
              </p:cNvPr>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688;p43">
                <a:extLst>
                  <a:ext uri="{FF2B5EF4-FFF2-40B4-BE49-F238E27FC236}">
                    <a16:creationId xmlns:a16="http://schemas.microsoft.com/office/drawing/2014/main" id="{1CE24933-D5BE-3A47-93D8-AE50B39DB6E9}"/>
                  </a:ext>
                </a:extLst>
              </p:cNvPr>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689;p43">
                <a:extLst>
                  <a:ext uri="{FF2B5EF4-FFF2-40B4-BE49-F238E27FC236}">
                    <a16:creationId xmlns:a16="http://schemas.microsoft.com/office/drawing/2014/main" id="{91DF5236-F8B3-6F76-D527-47D8491BA68A}"/>
                  </a:ext>
                </a:extLst>
              </p:cNvPr>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690;p43">
                <a:extLst>
                  <a:ext uri="{FF2B5EF4-FFF2-40B4-BE49-F238E27FC236}">
                    <a16:creationId xmlns:a16="http://schemas.microsoft.com/office/drawing/2014/main" id="{7D2D601E-AE18-0CF6-F3ED-2BD5BBCFC9F3}"/>
                  </a:ext>
                </a:extLst>
              </p:cNvPr>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691;p43">
                <a:extLst>
                  <a:ext uri="{FF2B5EF4-FFF2-40B4-BE49-F238E27FC236}">
                    <a16:creationId xmlns:a16="http://schemas.microsoft.com/office/drawing/2014/main" id="{35D4A71D-A6F4-0F83-95CB-7D1B64CE27CF}"/>
                  </a:ext>
                </a:extLst>
              </p:cNvPr>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692;p43">
                <a:extLst>
                  <a:ext uri="{FF2B5EF4-FFF2-40B4-BE49-F238E27FC236}">
                    <a16:creationId xmlns:a16="http://schemas.microsoft.com/office/drawing/2014/main" id="{5AD1C844-9F46-6565-B167-7F0EBDDB3288}"/>
                  </a:ext>
                </a:extLst>
              </p:cNvPr>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693;p43">
                <a:extLst>
                  <a:ext uri="{FF2B5EF4-FFF2-40B4-BE49-F238E27FC236}">
                    <a16:creationId xmlns:a16="http://schemas.microsoft.com/office/drawing/2014/main" id="{B20905D2-F348-BACA-3A6D-57F9C48AA204}"/>
                  </a:ext>
                </a:extLst>
              </p:cNvPr>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694;p43">
                <a:extLst>
                  <a:ext uri="{FF2B5EF4-FFF2-40B4-BE49-F238E27FC236}">
                    <a16:creationId xmlns:a16="http://schemas.microsoft.com/office/drawing/2014/main" id="{E89BAD76-ECF7-7915-1042-04AEE6967A4E}"/>
                  </a:ext>
                </a:extLst>
              </p:cNvPr>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695;p43">
                <a:extLst>
                  <a:ext uri="{FF2B5EF4-FFF2-40B4-BE49-F238E27FC236}">
                    <a16:creationId xmlns:a16="http://schemas.microsoft.com/office/drawing/2014/main" id="{52CC007F-38F3-48C8-FF23-B2F048FA4051}"/>
                  </a:ext>
                </a:extLst>
              </p:cNvPr>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696;p43">
                <a:extLst>
                  <a:ext uri="{FF2B5EF4-FFF2-40B4-BE49-F238E27FC236}">
                    <a16:creationId xmlns:a16="http://schemas.microsoft.com/office/drawing/2014/main" id="{982FB2C0-5952-40C5-5360-C7C9B2DFC1E6}"/>
                  </a:ext>
                </a:extLst>
              </p:cNvPr>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697;p43">
                <a:extLst>
                  <a:ext uri="{FF2B5EF4-FFF2-40B4-BE49-F238E27FC236}">
                    <a16:creationId xmlns:a16="http://schemas.microsoft.com/office/drawing/2014/main" id="{DC13C795-7BCE-95C1-EBEF-4367BC097E6C}"/>
                  </a:ext>
                </a:extLst>
              </p:cNvPr>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698;p43">
                <a:extLst>
                  <a:ext uri="{FF2B5EF4-FFF2-40B4-BE49-F238E27FC236}">
                    <a16:creationId xmlns:a16="http://schemas.microsoft.com/office/drawing/2014/main" id="{2BCA5861-D969-107A-9631-29F6BEF5EB59}"/>
                  </a:ext>
                </a:extLst>
              </p:cNvPr>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699;p43">
                <a:extLst>
                  <a:ext uri="{FF2B5EF4-FFF2-40B4-BE49-F238E27FC236}">
                    <a16:creationId xmlns:a16="http://schemas.microsoft.com/office/drawing/2014/main" id="{29E54EC2-4234-DC60-1B39-E4494D1D9910}"/>
                  </a:ext>
                </a:extLst>
              </p:cNvPr>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700;p43">
                <a:extLst>
                  <a:ext uri="{FF2B5EF4-FFF2-40B4-BE49-F238E27FC236}">
                    <a16:creationId xmlns:a16="http://schemas.microsoft.com/office/drawing/2014/main" id="{237350E4-F882-A0DA-3690-A6B9A992E769}"/>
                  </a:ext>
                </a:extLst>
              </p:cNvPr>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701;p43">
                <a:extLst>
                  <a:ext uri="{FF2B5EF4-FFF2-40B4-BE49-F238E27FC236}">
                    <a16:creationId xmlns:a16="http://schemas.microsoft.com/office/drawing/2014/main" id="{BF28F3CB-063D-0379-98F9-A7297EC747F9}"/>
                  </a:ext>
                </a:extLst>
              </p:cNvPr>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702;p43">
                <a:extLst>
                  <a:ext uri="{FF2B5EF4-FFF2-40B4-BE49-F238E27FC236}">
                    <a16:creationId xmlns:a16="http://schemas.microsoft.com/office/drawing/2014/main" id="{A3557966-F3A2-0D6A-A552-A9670879B269}"/>
                  </a:ext>
                </a:extLst>
              </p:cNvPr>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703;p43">
                <a:extLst>
                  <a:ext uri="{FF2B5EF4-FFF2-40B4-BE49-F238E27FC236}">
                    <a16:creationId xmlns:a16="http://schemas.microsoft.com/office/drawing/2014/main" id="{88C60886-D240-1D5A-F05C-441623679A8C}"/>
                  </a:ext>
                </a:extLst>
              </p:cNvPr>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704;p43">
                <a:extLst>
                  <a:ext uri="{FF2B5EF4-FFF2-40B4-BE49-F238E27FC236}">
                    <a16:creationId xmlns:a16="http://schemas.microsoft.com/office/drawing/2014/main" id="{5A1FC2DA-12A6-2167-5394-94159DD30F5E}"/>
                  </a:ext>
                </a:extLst>
              </p:cNvPr>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705;p43">
                <a:extLst>
                  <a:ext uri="{FF2B5EF4-FFF2-40B4-BE49-F238E27FC236}">
                    <a16:creationId xmlns:a16="http://schemas.microsoft.com/office/drawing/2014/main" id="{4C425E82-8AB7-8213-88E2-71A9ED3FB242}"/>
                  </a:ext>
                </a:extLst>
              </p:cNvPr>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06;p43">
                <a:extLst>
                  <a:ext uri="{FF2B5EF4-FFF2-40B4-BE49-F238E27FC236}">
                    <a16:creationId xmlns:a16="http://schemas.microsoft.com/office/drawing/2014/main" id="{4A4D49A1-5394-1F76-DBC9-EAAB9C55FB3A}"/>
                  </a:ext>
                </a:extLst>
              </p:cNvPr>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707;p43">
                <a:extLst>
                  <a:ext uri="{FF2B5EF4-FFF2-40B4-BE49-F238E27FC236}">
                    <a16:creationId xmlns:a16="http://schemas.microsoft.com/office/drawing/2014/main" id="{D9611E0D-6965-3296-D7B7-A2E213E2B4E3}"/>
                  </a:ext>
                </a:extLst>
              </p:cNvPr>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708;p43">
                <a:extLst>
                  <a:ext uri="{FF2B5EF4-FFF2-40B4-BE49-F238E27FC236}">
                    <a16:creationId xmlns:a16="http://schemas.microsoft.com/office/drawing/2014/main" id="{D92FB606-B226-1E03-D14F-D5A2F6AB09E0}"/>
                  </a:ext>
                </a:extLst>
              </p:cNvPr>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709;p43">
                <a:extLst>
                  <a:ext uri="{FF2B5EF4-FFF2-40B4-BE49-F238E27FC236}">
                    <a16:creationId xmlns:a16="http://schemas.microsoft.com/office/drawing/2014/main" id="{80744F98-A04D-4BDC-F735-47008E503B18}"/>
                  </a:ext>
                </a:extLst>
              </p:cNvPr>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710;p43">
                <a:extLst>
                  <a:ext uri="{FF2B5EF4-FFF2-40B4-BE49-F238E27FC236}">
                    <a16:creationId xmlns:a16="http://schemas.microsoft.com/office/drawing/2014/main" id="{67CD4548-69A9-7235-B38A-92B3CAC92F7D}"/>
                  </a:ext>
                </a:extLst>
              </p:cNvPr>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711;p43">
                <a:extLst>
                  <a:ext uri="{FF2B5EF4-FFF2-40B4-BE49-F238E27FC236}">
                    <a16:creationId xmlns:a16="http://schemas.microsoft.com/office/drawing/2014/main" id="{F941D123-9928-F3E2-A5BA-D2D0F0206163}"/>
                  </a:ext>
                </a:extLst>
              </p:cNvPr>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712;p43">
                <a:extLst>
                  <a:ext uri="{FF2B5EF4-FFF2-40B4-BE49-F238E27FC236}">
                    <a16:creationId xmlns:a16="http://schemas.microsoft.com/office/drawing/2014/main" id="{E21F474A-43C8-74B4-1D5C-6BE04CE69369}"/>
                  </a:ext>
                </a:extLst>
              </p:cNvPr>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713;p43">
                <a:extLst>
                  <a:ext uri="{FF2B5EF4-FFF2-40B4-BE49-F238E27FC236}">
                    <a16:creationId xmlns:a16="http://schemas.microsoft.com/office/drawing/2014/main" id="{04CF3989-3A47-2332-645E-00BC9E9C8631}"/>
                  </a:ext>
                </a:extLst>
              </p:cNvPr>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714;p43">
                <a:extLst>
                  <a:ext uri="{FF2B5EF4-FFF2-40B4-BE49-F238E27FC236}">
                    <a16:creationId xmlns:a16="http://schemas.microsoft.com/office/drawing/2014/main" id="{597B3FCB-84FD-62BB-7F45-A6DE757551A0}"/>
                  </a:ext>
                </a:extLst>
              </p:cNvPr>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715;p43">
                <a:extLst>
                  <a:ext uri="{FF2B5EF4-FFF2-40B4-BE49-F238E27FC236}">
                    <a16:creationId xmlns:a16="http://schemas.microsoft.com/office/drawing/2014/main" id="{20416E4D-6534-086A-77D1-45541A2CC217}"/>
                  </a:ext>
                </a:extLst>
              </p:cNvPr>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716;p43">
                <a:extLst>
                  <a:ext uri="{FF2B5EF4-FFF2-40B4-BE49-F238E27FC236}">
                    <a16:creationId xmlns:a16="http://schemas.microsoft.com/office/drawing/2014/main" id="{3C761069-80C9-D871-C5CC-4C164C1C323B}"/>
                  </a:ext>
                </a:extLst>
              </p:cNvPr>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717;p43">
                <a:extLst>
                  <a:ext uri="{FF2B5EF4-FFF2-40B4-BE49-F238E27FC236}">
                    <a16:creationId xmlns:a16="http://schemas.microsoft.com/office/drawing/2014/main" id="{94DC632B-3C9E-10EB-1DF9-34B47E9117B3}"/>
                  </a:ext>
                </a:extLst>
              </p:cNvPr>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718;p43">
                <a:extLst>
                  <a:ext uri="{FF2B5EF4-FFF2-40B4-BE49-F238E27FC236}">
                    <a16:creationId xmlns:a16="http://schemas.microsoft.com/office/drawing/2014/main" id="{DC20F3F5-6ABC-F5AC-61A8-967EA67D3D97}"/>
                  </a:ext>
                </a:extLst>
              </p:cNvPr>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719;p43">
                <a:extLst>
                  <a:ext uri="{FF2B5EF4-FFF2-40B4-BE49-F238E27FC236}">
                    <a16:creationId xmlns:a16="http://schemas.microsoft.com/office/drawing/2014/main" id="{7ADA76E3-79C0-EAD2-D3AF-1E734106E386}"/>
                  </a:ext>
                </a:extLst>
              </p:cNvPr>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720;p43">
                <a:extLst>
                  <a:ext uri="{FF2B5EF4-FFF2-40B4-BE49-F238E27FC236}">
                    <a16:creationId xmlns:a16="http://schemas.microsoft.com/office/drawing/2014/main" id="{24605FF1-154D-58F7-5364-BA0607C4F58A}"/>
                  </a:ext>
                </a:extLst>
              </p:cNvPr>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721;p43">
                <a:extLst>
                  <a:ext uri="{FF2B5EF4-FFF2-40B4-BE49-F238E27FC236}">
                    <a16:creationId xmlns:a16="http://schemas.microsoft.com/office/drawing/2014/main" id="{07AEEB76-92EB-9C55-8068-0051696F78E1}"/>
                  </a:ext>
                </a:extLst>
              </p:cNvPr>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722;p43">
                <a:extLst>
                  <a:ext uri="{FF2B5EF4-FFF2-40B4-BE49-F238E27FC236}">
                    <a16:creationId xmlns:a16="http://schemas.microsoft.com/office/drawing/2014/main" id="{434AA8AE-9224-AA1F-F855-2FBE4FE618A3}"/>
                  </a:ext>
                </a:extLst>
              </p:cNvPr>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723;p43">
                <a:extLst>
                  <a:ext uri="{FF2B5EF4-FFF2-40B4-BE49-F238E27FC236}">
                    <a16:creationId xmlns:a16="http://schemas.microsoft.com/office/drawing/2014/main" id="{408E3A3A-EE44-5C28-38D8-6D84EEA196C3}"/>
                  </a:ext>
                </a:extLst>
              </p:cNvPr>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724;p43">
                <a:extLst>
                  <a:ext uri="{FF2B5EF4-FFF2-40B4-BE49-F238E27FC236}">
                    <a16:creationId xmlns:a16="http://schemas.microsoft.com/office/drawing/2014/main" id="{9CEDB0F7-5720-B9F4-40F6-E86709C9670E}"/>
                  </a:ext>
                </a:extLst>
              </p:cNvPr>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725;p43">
                <a:extLst>
                  <a:ext uri="{FF2B5EF4-FFF2-40B4-BE49-F238E27FC236}">
                    <a16:creationId xmlns:a16="http://schemas.microsoft.com/office/drawing/2014/main" id="{7CECA727-4F97-B63C-7B8B-FA95EDDBFCC5}"/>
                  </a:ext>
                </a:extLst>
              </p:cNvPr>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726;p43">
                <a:extLst>
                  <a:ext uri="{FF2B5EF4-FFF2-40B4-BE49-F238E27FC236}">
                    <a16:creationId xmlns:a16="http://schemas.microsoft.com/office/drawing/2014/main" id="{4D48E223-5C9F-6FBF-7D79-E73A9E59EBB1}"/>
                  </a:ext>
                </a:extLst>
              </p:cNvPr>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4727;p43">
                <a:extLst>
                  <a:ext uri="{FF2B5EF4-FFF2-40B4-BE49-F238E27FC236}">
                    <a16:creationId xmlns:a16="http://schemas.microsoft.com/office/drawing/2014/main" id="{CB7D20D7-E676-E0E9-0A77-A083F72DA369}"/>
                  </a:ext>
                </a:extLst>
              </p:cNvPr>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4728;p43">
                <a:extLst>
                  <a:ext uri="{FF2B5EF4-FFF2-40B4-BE49-F238E27FC236}">
                    <a16:creationId xmlns:a16="http://schemas.microsoft.com/office/drawing/2014/main" id="{9236C8CF-9463-2969-2572-4D53BF73B049}"/>
                  </a:ext>
                </a:extLst>
              </p:cNvPr>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4729;p43">
                <a:extLst>
                  <a:ext uri="{FF2B5EF4-FFF2-40B4-BE49-F238E27FC236}">
                    <a16:creationId xmlns:a16="http://schemas.microsoft.com/office/drawing/2014/main" id="{B6226A26-2E64-77D4-2715-FDFB7C8F0F9A}"/>
                  </a:ext>
                </a:extLst>
              </p:cNvPr>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4730;p43">
                <a:extLst>
                  <a:ext uri="{FF2B5EF4-FFF2-40B4-BE49-F238E27FC236}">
                    <a16:creationId xmlns:a16="http://schemas.microsoft.com/office/drawing/2014/main" id="{FA44889F-34C2-8D76-9973-F319EDFE506E}"/>
                  </a:ext>
                </a:extLst>
              </p:cNvPr>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4731;p43">
                <a:extLst>
                  <a:ext uri="{FF2B5EF4-FFF2-40B4-BE49-F238E27FC236}">
                    <a16:creationId xmlns:a16="http://schemas.microsoft.com/office/drawing/2014/main" id="{51E5376F-74AC-9416-EDEF-AC139A80900A}"/>
                  </a:ext>
                </a:extLst>
              </p:cNvPr>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4732;p43">
                <a:extLst>
                  <a:ext uri="{FF2B5EF4-FFF2-40B4-BE49-F238E27FC236}">
                    <a16:creationId xmlns:a16="http://schemas.microsoft.com/office/drawing/2014/main" id="{3FB18D7A-2FA4-E64A-F45B-232C1BA50AEC}"/>
                  </a:ext>
                </a:extLst>
              </p:cNvPr>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733;p43">
                <a:extLst>
                  <a:ext uri="{FF2B5EF4-FFF2-40B4-BE49-F238E27FC236}">
                    <a16:creationId xmlns:a16="http://schemas.microsoft.com/office/drawing/2014/main" id="{E38B1C06-C517-2EEC-382F-C82A1772C268}"/>
                  </a:ext>
                </a:extLst>
              </p:cNvPr>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734;p43">
                <a:extLst>
                  <a:ext uri="{FF2B5EF4-FFF2-40B4-BE49-F238E27FC236}">
                    <a16:creationId xmlns:a16="http://schemas.microsoft.com/office/drawing/2014/main" id="{5310DE8D-7F85-A9CF-79FA-FD72CCF3C148}"/>
                  </a:ext>
                </a:extLst>
              </p:cNvPr>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735;p43">
                <a:extLst>
                  <a:ext uri="{FF2B5EF4-FFF2-40B4-BE49-F238E27FC236}">
                    <a16:creationId xmlns:a16="http://schemas.microsoft.com/office/drawing/2014/main" id="{44BBBFF1-ED4A-DF70-0663-1FCA0C403CFC}"/>
                  </a:ext>
                </a:extLst>
              </p:cNvPr>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4736;p43">
                <a:extLst>
                  <a:ext uri="{FF2B5EF4-FFF2-40B4-BE49-F238E27FC236}">
                    <a16:creationId xmlns:a16="http://schemas.microsoft.com/office/drawing/2014/main" id="{4C177F10-9C41-D8A4-2FD3-987AF4176CB3}"/>
                  </a:ext>
                </a:extLst>
              </p:cNvPr>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4737;p43">
                <a:extLst>
                  <a:ext uri="{FF2B5EF4-FFF2-40B4-BE49-F238E27FC236}">
                    <a16:creationId xmlns:a16="http://schemas.microsoft.com/office/drawing/2014/main" id="{36DB1C44-5956-0C9F-0036-47227E356324}"/>
                  </a:ext>
                </a:extLst>
              </p:cNvPr>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4738;p43">
                <a:extLst>
                  <a:ext uri="{FF2B5EF4-FFF2-40B4-BE49-F238E27FC236}">
                    <a16:creationId xmlns:a16="http://schemas.microsoft.com/office/drawing/2014/main" id="{F183C0E2-AFCB-4F98-6D95-890160613E96}"/>
                  </a:ext>
                </a:extLst>
              </p:cNvPr>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4739;p43">
                <a:extLst>
                  <a:ext uri="{FF2B5EF4-FFF2-40B4-BE49-F238E27FC236}">
                    <a16:creationId xmlns:a16="http://schemas.microsoft.com/office/drawing/2014/main" id="{87DE5A04-24BC-84B6-BF3B-A8B428199FA3}"/>
                  </a:ext>
                </a:extLst>
              </p:cNvPr>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4740;p43">
                <a:extLst>
                  <a:ext uri="{FF2B5EF4-FFF2-40B4-BE49-F238E27FC236}">
                    <a16:creationId xmlns:a16="http://schemas.microsoft.com/office/drawing/2014/main" id="{BD037267-B4AD-FEB9-F95F-BF3F9F359F9D}"/>
                  </a:ext>
                </a:extLst>
              </p:cNvPr>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4741;p43">
                <a:extLst>
                  <a:ext uri="{FF2B5EF4-FFF2-40B4-BE49-F238E27FC236}">
                    <a16:creationId xmlns:a16="http://schemas.microsoft.com/office/drawing/2014/main" id="{D1BB758D-547C-E917-45E0-33BB4F9EB7FF}"/>
                  </a:ext>
                </a:extLst>
              </p:cNvPr>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4742;p43">
                <a:extLst>
                  <a:ext uri="{FF2B5EF4-FFF2-40B4-BE49-F238E27FC236}">
                    <a16:creationId xmlns:a16="http://schemas.microsoft.com/office/drawing/2014/main" id="{45AE7B73-B07A-5929-9FFD-9AE9F7B62CCA}"/>
                  </a:ext>
                </a:extLst>
              </p:cNvPr>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4743;p43">
                <a:extLst>
                  <a:ext uri="{FF2B5EF4-FFF2-40B4-BE49-F238E27FC236}">
                    <a16:creationId xmlns:a16="http://schemas.microsoft.com/office/drawing/2014/main" id="{80A3B393-E3BD-5EE1-DD78-593175299B4C}"/>
                  </a:ext>
                </a:extLst>
              </p:cNvPr>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4744;p43">
                <a:extLst>
                  <a:ext uri="{FF2B5EF4-FFF2-40B4-BE49-F238E27FC236}">
                    <a16:creationId xmlns:a16="http://schemas.microsoft.com/office/drawing/2014/main" id="{84646A87-EDFB-1299-C8C7-9E1449B6BC94}"/>
                  </a:ext>
                </a:extLst>
              </p:cNvPr>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4745;p43">
                <a:extLst>
                  <a:ext uri="{FF2B5EF4-FFF2-40B4-BE49-F238E27FC236}">
                    <a16:creationId xmlns:a16="http://schemas.microsoft.com/office/drawing/2014/main" id="{5819DCE3-0A87-28C8-0F4A-0E98BEC308B0}"/>
                  </a:ext>
                </a:extLst>
              </p:cNvPr>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4746;p43">
                <a:extLst>
                  <a:ext uri="{FF2B5EF4-FFF2-40B4-BE49-F238E27FC236}">
                    <a16:creationId xmlns:a16="http://schemas.microsoft.com/office/drawing/2014/main" id="{F5897453-0EFB-7332-6DC7-DA3DC37C0D5D}"/>
                  </a:ext>
                </a:extLst>
              </p:cNvPr>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4747;p43">
                <a:extLst>
                  <a:ext uri="{FF2B5EF4-FFF2-40B4-BE49-F238E27FC236}">
                    <a16:creationId xmlns:a16="http://schemas.microsoft.com/office/drawing/2014/main" id="{A78D1F42-1CDE-B71B-C1A7-D392DA441B88}"/>
                  </a:ext>
                </a:extLst>
              </p:cNvPr>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4748;p43">
                <a:extLst>
                  <a:ext uri="{FF2B5EF4-FFF2-40B4-BE49-F238E27FC236}">
                    <a16:creationId xmlns:a16="http://schemas.microsoft.com/office/drawing/2014/main" id="{BC13A347-12C2-8D2E-FCBE-7234144795D2}"/>
                  </a:ext>
                </a:extLst>
              </p:cNvPr>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4749;p43">
                <a:extLst>
                  <a:ext uri="{FF2B5EF4-FFF2-40B4-BE49-F238E27FC236}">
                    <a16:creationId xmlns:a16="http://schemas.microsoft.com/office/drawing/2014/main" id="{A0141A4D-A536-246F-5DC1-9CFE7A2B642C}"/>
                  </a:ext>
                </a:extLst>
              </p:cNvPr>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4750;p43">
                <a:extLst>
                  <a:ext uri="{FF2B5EF4-FFF2-40B4-BE49-F238E27FC236}">
                    <a16:creationId xmlns:a16="http://schemas.microsoft.com/office/drawing/2014/main" id="{2A696C8D-DBFE-29EF-498B-CD7557E59A20}"/>
                  </a:ext>
                </a:extLst>
              </p:cNvPr>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4751;p43">
                <a:extLst>
                  <a:ext uri="{FF2B5EF4-FFF2-40B4-BE49-F238E27FC236}">
                    <a16:creationId xmlns:a16="http://schemas.microsoft.com/office/drawing/2014/main" id="{CC68DD91-397F-BE39-A4F6-D95C506104A8}"/>
                  </a:ext>
                </a:extLst>
              </p:cNvPr>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4752;p43">
                <a:extLst>
                  <a:ext uri="{FF2B5EF4-FFF2-40B4-BE49-F238E27FC236}">
                    <a16:creationId xmlns:a16="http://schemas.microsoft.com/office/drawing/2014/main" id="{0AF02284-E9BC-C280-3FCB-8F5D671F8566}"/>
                  </a:ext>
                </a:extLst>
              </p:cNvPr>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4753;p43">
                <a:extLst>
                  <a:ext uri="{FF2B5EF4-FFF2-40B4-BE49-F238E27FC236}">
                    <a16:creationId xmlns:a16="http://schemas.microsoft.com/office/drawing/2014/main" id="{6BE0F074-FE52-0C57-D8AA-9CDEFFF54E2F}"/>
                  </a:ext>
                </a:extLst>
              </p:cNvPr>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4754;p43">
                <a:extLst>
                  <a:ext uri="{FF2B5EF4-FFF2-40B4-BE49-F238E27FC236}">
                    <a16:creationId xmlns:a16="http://schemas.microsoft.com/office/drawing/2014/main" id="{2D87A059-1BD3-3B94-B0F3-81DF27E04A4C}"/>
                  </a:ext>
                </a:extLst>
              </p:cNvPr>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4755;p43">
                <a:extLst>
                  <a:ext uri="{FF2B5EF4-FFF2-40B4-BE49-F238E27FC236}">
                    <a16:creationId xmlns:a16="http://schemas.microsoft.com/office/drawing/2014/main" id="{C128AE18-E0E5-1F63-F7F9-662D141E09C6}"/>
                  </a:ext>
                </a:extLst>
              </p:cNvPr>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4756;p43">
                <a:extLst>
                  <a:ext uri="{FF2B5EF4-FFF2-40B4-BE49-F238E27FC236}">
                    <a16:creationId xmlns:a16="http://schemas.microsoft.com/office/drawing/2014/main" id="{F9CF10C1-5FBA-7453-A170-FDFAD63C05D9}"/>
                  </a:ext>
                </a:extLst>
              </p:cNvPr>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4757;p43">
                <a:extLst>
                  <a:ext uri="{FF2B5EF4-FFF2-40B4-BE49-F238E27FC236}">
                    <a16:creationId xmlns:a16="http://schemas.microsoft.com/office/drawing/2014/main" id="{10346F6B-5353-9814-C5FE-400BA475D0F5}"/>
                  </a:ext>
                </a:extLst>
              </p:cNvPr>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4758;p43">
                <a:extLst>
                  <a:ext uri="{FF2B5EF4-FFF2-40B4-BE49-F238E27FC236}">
                    <a16:creationId xmlns:a16="http://schemas.microsoft.com/office/drawing/2014/main" id="{3A39DEC1-93B3-12FE-BDC3-E8425C05104E}"/>
                  </a:ext>
                </a:extLst>
              </p:cNvPr>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4759;p43">
                <a:extLst>
                  <a:ext uri="{FF2B5EF4-FFF2-40B4-BE49-F238E27FC236}">
                    <a16:creationId xmlns:a16="http://schemas.microsoft.com/office/drawing/2014/main" id="{533B578C-CD99-7A76-5A6F-9F078FC6754A}"/>
                  </a:ext>
                </a:extLst>
              </p:cNvPr>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4760;p43">
                <a:extLst>
                  <a:ext uri="{FF2B5EF4-FFF2-40B4-BE49-F238E27FC236}">
                    <a16:creationId xmlns:a16="http://schemas.microsoft.com/office/drawing/2014/main" id="{72E8FE71-5DB9-5657-07D0-9C0E4A1A9C96}"/>
                  </a:ext>
                </a:extLst>
              </p:cNvPr>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4761;p43">
                <a:extLst>
                  <a:ext uri="{FF2B5EF4-FFF2-40B4-BE49-F238E27FC236}">
                    <a16:creationId xmlns:a16="http://schemas.microsoft.com/office/drawing/2014/main" id="{D90AE732-598B-ED85-A37D-04B3E23F9E02}"/>
                  </a:ext>
                </a:extLst>
              </p:cNvPr>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4762;p43">
                <a:extLst>
                  <a:ext uri="{FF2B5EF4-FFF2-40B4-BE49-F238E27FC236}">
                    <a16:creationId xmlns:a16="http://schemas.microsoft.com/office/drawing/2014/main" id="{DB08AB3D-67F9-6939-2E7E-BF6EF74FA3B6}"/>
                  </a:ext>
                </a:extLst>
              </p:cNvPr>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4763;p43">
                <a:extLst>
                  <a:ext uri="{FF2B5EF4-FFF2-40B4-BE49-F238E27FC236}">
                    <a16:creationId xmlns:a16="http://schemas.microsoft.com/office/drawing/2014/main" id="{2CBD0298-4B03-56E8-2E31-660A8F3CBE29}"/>
                  </a:ext>
                </a:extLst>
              </p:cNvPr>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4764;p43">
                <a:extLst>
                  <a:ext uri="{FF2B5EF4-FFF2-40B4-BE49-F238E27FC236}">
                    <a16:creationId xmlns:a16="http://schemas.microsoft.com/office/drawing/2014/main" id="{72C6F2BE-CF0C-46DC-D57C-75A20BB9F52C}"/>
                  </a:ext>
                </a:extLst>
              </p:cNvPr>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4765;p43">
                <a:extLst>
                  <a:ext uri="{FF2B5EF4-FFF2-40B4-BE49-F238E27FC236}">
                    <a16:creationId xmlns:a16="http://schemas.microsoft.com/office/drawing/2014/main" id="{36FD3156-7B0C-0D50-81BF-3560DC530EF2}"/>
                  </a:ext>
                </a:extLst>
              </p:cNvPr>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4766;p43">
                <a:extLst>
                  <a:ext uri="{FF2B5EF4-FFF2-40B4-BE49-F238E27FC236}">
                    <a16:creationId xmlns:a16="http://schemas.microsoft.com/office/drawing/2014/main" id="{459060B2-B9C8-DDCD-57AE-ECD67789F665}"/>
                  </a:ext>
                </a:extLst>
              </p:cNvPr>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4767;p43">
                <a:extLst>
                  <a:ext uri="{FF2B5EF4-FFF2-40B4-BE49-F238E27FC236}">
                    <a16:creationId xmlns:a16="http://schemas.microsoft.com/office/drawing/2014/main" id="{606D541B-C28A-7C14-DCC5-1DBBBEDC8119}"/>
                  </a:ext>
                </a:extLst>
              </p:cNvPr>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4768;p43">
                <a:extLst>
                  <a:ext uri="{FF2B5EF4-FFF2-40B4-BE49-F238E27FC236}">
                    <a16:creationId xmlns:a16="http://schemas.microsoft.com/office/drawing/2014/main" id="{AE7B37C5-B479-F0B5-631D-50FA560BEBE4}"/>
                  </a:ext>
                </a:extLst>
              </p:cNvPr>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4769;p43">
                <a:extLst>
                  <a:ext uri="{FF2B5EF4-FFF2-40B4-BE49-F238E27FC236}">
                    <a16:creationId xmlns:a16="http://schemas.microsoft.com/office/drawing/2014/main" id="{259FD98C-94F1-A7B0-4672-22622F1E76EA}"/>
                  </a:ext>
                </a:extLst>
              </p:cNvPr>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4770;p43">
                <a:extLst>
                  <a:ext uri="{FF2B5EF4-FFF2-40B4-BE49-F238E27FC236}">
                    <a16:creationId xmlns:a16="http://schemas.microsoft.com/office/drawing/2014/main" id="{3A37A1BF-AC99-FCE1-956A-D164F05BFFB4}"/>
                  </a:ext>
                </a:extLst>
              </p:cNvPr>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4771;p43">
                <a:extLst>
                  <a:ext uri="{FF2B5EF4-FFF2-40B4-BE49-F238E27FC236}">
                    <a16:creationId xmlns:a16="http://schemas.microsoft.com/office/drawing/2014/main" id="{5FAA0E93-E004-CDFF-3208-93C118AF424C}"/>
                  </a:ext>
                </a:extLst>
              </p:cNvPr>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4772;p43">
                <a:extLst>
                  <a:ext uri="{FF2B5EF4-FFF2-40B4-BE49-F238E27FC236}">
                    <a16:creationId xmlns:a16="http://schemas.microsoft.com/office/drawing/2014/main" id="{4342C03D-63B9-4870-DFA1-B39AC60A8522}"/>
                  </a:ext>
                </a:extLst>
              </p:cNvPr>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4773;p43">
                <a:extLst>
                  <a:ext uri="{FF2B5EF4-FFF2-40B4-BE49-F238E27FC236}">
                    <a16:creationId xmlns:a16="http://schemas.microsoft.com/office/drawing/2014/main" id="{6AE5BE70-8E5A-A34F-80C4-7B5002DBF120}"/>
                  </a:ext>
                </a:extLst>
              </p:cNvPr>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4774;p43">
                <a:extLst>
                  <a:ext uri="{FF2B5EF4-FFF2-40B4-BE49-F238E27FC236}">
                    <a16:creationId xmlns:a16="http://schemas.microsoft.com/office/drawing/2014/main" id="{9552DB04-7429-B43E-2DE0-4B1BA2142323}"/>
                  </a:ext>
                </a:extLst>
              </p:cNvPr>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4775;p43">
                <a:extLst>
                  <a:ext uri="{FF2B5EF4-FFF2-40B4-BE49-F238E27FC236}">
                    <a16:creationId xmlns:a16="http://schemas.microsoft.com/office/drawing/2014/main" id="{D8D6FD25-E7E2-EDA9-98D4-B2CE9A412380}"/>
                  </a:ext>
                </a:extLst>
              </p:cNvPr>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4776;p43">
                <a:extLst>
                  <a:ext uri="{FF2B5EF4-FFF2-40B4-BE49-F238E27FC236}">
                    <a16:creationId xmlns:a16="http://schemas.microsoft.com/office/drawing/2014/main" id="{85D6A767-DA73-687E-915E-DF4260FAD6B1}"/>
                  </a:ext>
                </a:extLst>
              </p:cNvPr>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4777;p43">
                <a:extLst>
                  <a:ext uri="{FF2B5EF4-FFF2-40B4-BE49-F238E27FC236}">
                    <a16:creationId xmlns:a16="http://schemas.microsoft.com/office/drawing/2014/main" id="{33A38921-CE14-4D75-39B9-F4B0F051A324}"/>
                  </a:ext>
                </a:extLst>
              </p:cNvPr>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4778;p43">
                <a:extLst>
                  <a:ext uri="{FF2B5EF4-FFF2-40B4-BE49-F238E27FC236}">
                    <a16:creationId xmlns:a16="http://schemas.microsoft.com/office/drawing/2014/main" id="{E7C631E1-AC3D-B497-A5C7-7C3955D5D61D}"/>
                  </a:ext>
                </a:extLst>
              </p:cNvPr>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4779;p43">
                <a:extLst>
                  <a:ext uri="{FF2B5EF4-FFF2-40B4-BE49-F238E27FC236}">
                    <a16:creationId xmlns:a16="http://schemas.microsoft.com/office/drawing/2014/main" id="{22E00954-EBF3-A5E7-7A06-53ADFB09153F}"/>
                  </a:ext>
                </a:extLst>
              </p:cNvPr>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4780;p43">
                <a:extLst>
                  <a:ext uri="{FF2B5EF4-FFF2-40B4-BE49-F238E27FC236}">
                    <a16:creationId xmlns:a16="http://schemas.microsoft.com/office/drawing/2014/main" id="{15E816C7-4CE0-F0C4-C675-3C1A8FB80E0B}"/>
                  </a:ext>
                </a:extLst>
              </p:cNvPr>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4781;p43">
                <a:extLst>
                  <a:ext uri="{FF2B5EF4-FFF2-40B4-BE49-F238E27FC236}">
                    <a16:creationId xmlns:a16="http://schemas.microsoft.com/office/drawing/2014/main" id="{446459D6-FF2D-E18B-A4B8-FAA1B7179F0C}"/>
                  </a:ext>
                </a:extLst>
              </p:cNvPr>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4782;p43">
                <a:extLst>
                  <a:ext uri="{FF2B5EF4-FFF2-40B4-BE49-F238E27FC236}">
                    <a16:creationId xmlns:a16="http://schemas.microsoft.com/office/drawing/2014/main" id="{BC8EF127-A4DD-3662-8B2C-E32B2107FE38}"/>
                  </a:ext>
                </a:extLst>
              </p:cNvPr>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4783;p43">
                <a:extLst>
                  <a:ext uri="{FF2B5EF4-FFF2-40B4-BE49-F238E27FC236}">
                    <a16:creationId xmlns:a16="http://schemas.microsoft.com/office/drawing/2014/main" id="{7D28A573-AC08-E388-8CCD-E613E1BA02DC}"/>
                  </a:ext>
                </a:extLst>
              </p:cNvPr>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4784;p43">
                <a:extLst>
                  <a:ext uri="{FF2B5EF4-FFF2-40B4-BE49-F238E27FC236}">
                    <a16:creationId xmlns:a16="http://schemas.microsoft.com/office/drawing/2014/main" id="{11C2A840-3BC8-54EF-2CA3-5803A3D24969}"/>
                  </a:ext>
                </a:extLst>
              </p:cNvPr>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4785;p43">
                <a:extLst>
                  <a:ext uri="{FF2B5EF4-FFF2-40B4-BE49-F238E27FC236}">
                    <a16:creationId xmlns:a16="http://schemas.microsoft.com/office/drawing/2014/main" id="{7371295F-1263-F1D0-C674-994D6E3C97E0}"/>
                  </a:ext>
                </a:extLst>
              </p:cNvPr>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4786;p43">
                <a:extLst>
                  <a:ext uri="{FF2B5EF4-FFF2-40B4-BE49-F238E27FC236}">
                    <a16:creationId xmlns:a16="http://schemas.microsoft.com/office/drawing/2014/main" id="{163D7188-43F0-AD50-128E-CCB1E97772BF}"/>
                  </a:ext>
                </a:extLst>
              </p:cNvPr>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4787;p43">
                <a:extLst>
                  <a:ext uri="{FF2B5EF4-FFF2-40B4-BE49-F238E27FC236}">
                    <a16:creationId xmlns:a16="http://schemas.microsoft.com/office/drawing/2014/main" id="{7134EC71-FF50-BDF8-B56C-8223C943C4F7}"/>
                  </a:ext>
                </a:extLst>
              </p:cNvPr>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4788;p43">
                <a:extLst>
                  <a:ext uri="{FF2B5EF4-FFF2-40B4-BE49-F238E27FC236}">
                    <a16:creationId xmlns:a16="http://schemas.microsoft.com/office/drawing/2014/main" id="{4624540A-649B-431A-86FB-D85333DA65D7}"/>
                  </a:ext>
                </a:extLst>
              </p:cNvPr>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4789;p43">
                <a:extLst>
                  <a:ext uri="{FF2B5EF4-FFF2-40B4-BE49-F238E27FC236}">
                    <a16:creationId xmlns:a16="http://schemas.microsoft.com/office/drawing/2014/main" id="{748D06EB-40DD-93BE-5B2C-BF5374771FE3}"/>
                  </a:ext>
                </a:extLst>
              </p:cNvPr>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4790;p43">
                <a:extLst>
                  <a:ext uri="{FF2B5EF4-FFF2-40B4-BE49-F238E27FC236}">
                    <a16:creationId xmlns:a16="http://schemas.microsoft.com/office/drawing/2014/main" id="{3D5AAEB7-EF26-2498-F8C2-EFADF7AFCCE7}"/>
                  </a:ext>
                </a:extLst>
              </p:cNvPr>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4791;p43">
                <a:extLst>
                  <a:ext uri="{FF2B5EF4-FFF2-40B4-BE49-F238E27FC236}">
                    <a16:creationId xmlns:a16="http://schemas.microsoft.com/office/drawing/2014/main" id="{F14F2D76-82CC-B9B7-BE65-9C30CA31EE61}"/>
                  </a:ext>
                </a:extLst>
              </p:cNvPr>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4792;p43">
                <a:extLst>
                  <a:ext uri="{FF2B5EF4-FFF2-40B4-BE49-F238E27FC236}">
                    <a16:creationId xmlns:a16="http://schemas.microsoft.com/office/drawing/2014/main" id="{910A5224-4AFC-EF42-720F-16879E7B2510}"/>
                  </a:ext>
                </a:extLst>
              </p:cNvPr>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4793;p43">
                <a:extLst>
                  <a:ext uri="{FF2B5EF4-FFF2-40B4-BE49-F238E27FC236}">
                    <a16:creationId xmlns:a16="http://schemas.microsoft.com/office/drawing/2014/main" id="{F1831E90-4910-A1D2-B395-B685BACC3B33}"/>
                  </a:ext>
                </a:extLst>
              </p:cNvPr>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4794;p43">
                <a:extLst>
                  <a:ext uri="{FF2B5EF4-FFF2-40B4-BE49-F238E27FC236}">
                    <a16:creationId xmlns:a16="http://schemas.microsoft.com/office/drawing/2014/main" id="{E5BB7F4D-750D-A7A3-C70A-97E981F4EA9C}"/>
                  </a:ext>
                </a:extLst>
              </p:cNvPr>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4795;p43">
                <a:extLst>
                  <a:ext uri="{FF2B5EF4-FFF2-40B4-BE49-F238E27FC236}">
                    <a16:creationId xmlns:a16="http://schemas.microsoft.com/office/drawing/2014/main" id="{C8BC1372-1459-01CC-ADA9-A32978610FF3}"/>
                  </a:ext>
                </a:extLst>
              </p:cNvPr>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4796;p43">
                <a:extLst>
                  <a:ext uri="{FF2B5EF4-FFF2-40B4-BE49-F238E27FC236}">
                    <a16:creationId xmlns:a16="http://schemas.microsoft.com/office/drawing/2014/main" id="{B06555DF-D753-9131-7377-E3281B8F7424}"/>
                  </a:ext>
                </a:extLst>
              </p:cNvPr>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4797;p43">
                <a:extLst>
                  <a:ext uri="{FF2B5EF4-FFF2-40B4-BE49-F238E27FC236}">
                    <a16:creationId xmlns:a16="http://schemas.microsoft.com/office/drawing/2014/main" id="{66B4B99D-6775-E219-D5F6-DB36AA9A192F}"/>
                  </a:ext>
                </a:extLst>
              </p:cNvPr>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4798;p43">
                <a:extLst>
                  <a:ext uri="{FF2B5EF4-FFF2-40B4-BE49-F238E27FC236}">
                    <a16:creationId xmlns:a16="http://schemas.microsoft.com/office/drawing/2014/main" id="{20C2848F-4655-D857-916B-35E71D3FC046}"/>
                  </a:ext>
                </a:extLst>
              </p:cNvPr>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4799;p43">
                <a:extLst>
                  <a:ext uri="{FF2B5EF4-FFF2-40B4-BE49-F238E27FC236}">
                    <a16:creationId xmlns:a16="http://schemas.microsoft.com/office/drawing/2014/main" id="{BC497A1E-1CF1-616A-F6BE-22B55471F3EC}"/>
                  </a:ext>
                </a:extLst>
              </p:cNvPr>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4800;p43">
                <a:extLst>
                  <a:ext uri="{FF2B5EF4-FFF2-40B4-BE49-F238E27FC236}">
                    <a16:creationId xmlns:a16="http://schemas.microsoft.com/office/drawing/2014/main" id="{4EFD9C4F-728B-6164-84AB-9ED22F2CE29C}"/>
                  </a:ext>
                </a:extLst>
              </p:cNvPr>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4801;p43">
                <a:extLst>
                  <a:ext uri="{FF2B5EF4-FFF2-40B4-BE49-F238E27FC236}">
                    <a16:creationId xmlns:a16="http://schemas.microsoft.com/office/drawing/2014/main" id="{AF3A8AFB-093C-D4E0-2C69-F6D9108674A4}"/>
                  </a:ext>
                </a:extLst>
              </p:cNvPr>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4802;p43">
                <a:extLst>
                  <a:ext uri="{FF2B5EF4-FFF2-40B4-BE49-F238E27FC236}">
                    <a16:creationId xmlns:a16="http://schemas.microsoft.com/office/drawing/2014/main" id="{E75A49A5-DFD0-F2D0-01D4-1DF50244EB34}"/>
                  </a:ext>
                </a:extLst>
              </p:cNvPr>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4803;p43">
                <a:extLst>
                  <a:ext uri="{FF2B5EF4-FFF2-40B4-BE49-F238E27FC236}">
                    <a16:creationId xmlns:a16="http://schemas.microsoft.com/office/drawing/2014/main" id="{4A237B60-B4DA-D87C-23BC-53B2CA1CD6AD}"/>
                  </a:ext>
                </a:extLst>
              </p:cNvPr>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4804;p43">
                <a:extLst>
                  <a:ext uri="{FF2B5EF4-FFF2-40B4-BE49-F238E27FC236}">
                    <a16:creationId xmlns:a16="http://schemas.microsoft.com/office/drawing/2014/main" id="{3D345317-2C5C-C069-7614-411415D69E68}"/>
                  </a:ext>
                </a:extLst>
              </p:cNvPr>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4805;p43">
                <a:extLst>
                  <a:ext uri="{FF2B5EF4-FFF2-40B4-BE49-F238E27FC236}">
                    <a16:creationId xmlns:a16="http://schemas.microsoft.com/office/drawing/2014/main" id="{091687B6-807D-0A21-E4C0-2CA48D1597AB}"/>
                  </a:ext>
                </a:extLst>
              </p:cNvPr>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4806;p43">
                <a:extLst>
                  <a:ext uri="{FF2B5EF4-FFF2-40B4-BE49-F238E27FC236}">
                    <a16:creationId xmlns:a16="http://schemas.microsoft.com/office/drawing/2014/main" id="{197101CC-6D4D-AC04-A1BE-8C41EBA01F0D}"/>
                  </a:ext>
                </a:extLst>
              </p:cNvPr>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4807;p43">
                <a:extLst>
                  <a:ext uri="{FF2B5EF4-FFF2-40B4-BE49-F238E27FC236}">
                    <a16:creationId xmlns:a16="http://schemas.microsoft.com/office/drawing/2014/main" id="{E0DCB903-C024-EDC4-EF77-78EECB51378E}"/>
                  </a:ext>
                </a:extLst>
              </p:cNvPr>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4808;p43">
                <a:extLst>
                  <a:ext uri="{FF2B5EF4-FFF2-40B4-BE49-F238E27FC236}">
                    <a16:creationId xmlns:a16="http://schemas.microsoft.com/office/drawing/2014/main" id="{7501C8C4-3789-7C4F-A1B4-31FDFF5C6FE2}"/>
                  </a:ext>
                </a:extLst>
              </p:cNvPr>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4809;p43">
                <a:extLst>
                  <a:ext uri="{FF2B5EF4-FFF2-40B4-BE49-F238E27FC236}">
                    <a16:creationId xmlns:a16="http://schemas.microsoft.com/office/drawing/2014/main" id="{B3F1104E-91BB-D077-3C91-306542E65851}"/>
                  </a:ext>
                </a:extLst>
              </p:cNvPr>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4810;p43">
                <a:extLst>
                  <a:ext uri="{FF2B5EF4-FFF2-40B4-BE49-F238E27FC236}">
                    <a16:creationId xmlns:a16="http://schemas.microsoft.com/office/drawing/2014/main" id="{B26F7607-074F-765F-6322-E1DF44FD338D}"/>
                  </a:ext>
                </a:extLst>
              </p:cNvPr>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4811;p43">
                <a:extLst>
                  <a:ext uri="{FF2B5EF4-FFF2-40B4-BE49-F238E27FC236}">
                    <a16:creationId xmlns:a16="http://schemas.microsoft.com/office/drawing/2014/main" id="{C64631E2-AA6C-049D-7D91-87AA6FF43B0F}"/>
                  </a:ext>
                </a:extLst>
              </p:cNvPr>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4812;p43">
                <a:extLst>
                  <a:ext uri="{FF2B5EF4-FFF2-40B4-BE49-F238E27FC236}">
                    <a16:creationId xmlns:a16="http://schemas.microsoft.com/office/drawing/2014/main" id="{48DA843C-7E28-EC00-4C48-30BE1AD0C36B}"/>
                  </a:ext>
                </a:extLst>
              </p:cNvPr>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4813;p43">
                <a:extLst>
                  <a:ext uri="{FF2B5EF4-FFF2-40B4-BE49-F238E27FC236}">
                    <a16:creationId xmlns:a16="http://schemas.microsoft.com/office/drawing/2014/main" id="{FEEC4205-681D-80F9-55F5-A4ADCBB6D479}"/>
                  </a:ext>
                </a:extLst>
              </p:cNvPr>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4814;p43">
                <a:extLst>
                  <a:ext uri="{FF2B5EF4-FFF2-40B4-BE49-F238E27FC236}">
                    <a16:creationId xmlns:a16="http://schemas.microsoft.com/office/drawing/2014/main" id="{A8CF5EDC-F76F-F6E9-AB71-B6D55DDCCF3D}"/>
                  </a:ext>
                </a:extLst>
              </p:cNvPr>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4815;p43">
                <a:extLst>
                  <a:ext uri="{FF2B5EF4-FFF2-40B4-BE49-F238E27FC236}">
                    <a16:creationId xmlns:a16="http://schemas.microsoft.com/office/drawing/2014/main" id="{59321F9C-67AF-ACC1-F13A-FAA68D5963E7}"/>
                  </a:ext>
                </a:extLst>
              </p:cNvPr>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4816;p43">
                <a:extLst>
                  <a:ext uri="{FF2B5EF4-FFF2-40B4-BE49-F238E27FC236}">
                    <a16:creationId xmlns:a16="http://schemas.microsoft.com/office/drawing/2014/main" id="{53E6E3F0-CD90-9D2F-FD83-F66665D673A2}"/>
                  </a:ext>
                </a:extLst>
              </p:cNvPr>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4817;p43">
                <a:extLst>
                  <a:ext uri="{FF2B5EF4-FFF2-40B4-BE49-F238E27FC236}">
                    <a16:creationId xmlns:a16="http://schemas.microsoft.com/office/drawing/2014/main" id="{8F86A131-0C2B-F154-EEF9-8E3CC768356F}"/>
                  </a:ext>
                </a:extLst>
              </p:cNvPr>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4818;p43">
                <a:extLst>
                  <a:ext uri="{FF2B5EF4-FFF2-40B4-BE49-F238E27FC236}">
                    <a16:creationId xmlns:a16="http://schemas.microsoft.com/office/drawing/2014/main" id="{AA1658D7-8B24-0902-41AE-46F98A8F993D}"/>
                  </a:ext>
                </a:extLst>
              </p:cNvPr>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4819;p43">
                <a:extLst>
                  <a:ext uri="{FF2B5EF4-FFF2-40B4-BE49-F238E27FC236}">
                    <a16:creationId xmlns:a16="http://schemas.microsoft.com/office/drawing/2014/main" id="{0B87E5CF-FDF7-3A65-FCAE-83463143BDE2}"/>
                  </a:ext>
                </a:extLst>
              </p:cNvPr>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1" name="Google Shape;4820;p43">
            <a:extLst>
              <a:ext uri="{FF2B5EF4-FFF2-40B4-BE49-F238E27FC236}">
                <a16:creationId xmlns:a16="http://schemas.microsoft.com/office/drawing/2014/main" id="{FE332944-FDC8-3CC3-3B3E-F6DB383CD531}"/>
              </a:ext>
            </a:extLst>
          </p:cNvPr>
          <p:cNvSpPr/>
          <p:nvPr/>
        </p:nvSpPr>
        <p:spPr>
          <a:xfrm>
            <a:off x="8374817" y="3449576"/>
            <a:ext cx="2390775" cy="504825"/>
          </a:xfrm>
          <a:custGeom>
            <a:avLst/>
            <a:gdLst/>
            <a:ahLst/>
            <a:cxnLst/>
            <a:rect l="l" t="t" r="r" b="b"/>
            <a:pathLst>
              <a:path w="95631" h="20193" extrusionOk="0">
                <a:moveTo>
                  <a:pt x="0" y="0"/>
                </a:moveTo>
                <a:cubicBezTo>
                  <a:pt x="11949" y="11949"/>
                  <a:pt x="33858" y="-157"/>
                  <a:pt x="50673" y="1524"/>
                </a:cubicBezTo>
                <a:cubicBezTo>
                  <a:pt x="66819" y="3139"/>
                  <a:pt x="79404" y="20193"/>
                  <a:pt x="95631" y="20193"/>
                </a:cubicBezTo>
              </a:path>
            </a:pathLst>
          </a:custGeom>
          <a:noFill/>
          <a:ln w="19050" cap="flat" cmpd="sng">
            <a:solidFill>
              <a:schemeClr val="accent5"/>
            </a:solidFill>
            <a:prstDash val="dash"/>
            <a:round/>
            <a:headEnd type="none" w="med" len="med"/>
            <a:tailEnd type="none" w="med" len="med"/>
          </a:ln>
        </p:spPr>
      </p:sp>
    </p:spTree>
    <p:extLst>
      <p:ext uri="{BB962C8B-B14F-4D97-AF65-F5344CB8AC3E}">
        <p14:creationId xmlns:p14="http://schemas.microsoft.com/office/powerpoint/2010/main" val="1130229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5527C-EA66-DFE2-0861-1E3650062A0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6174E43-1C72-79AB-1905-8030C72343D6}"/>
              </a:ext>
            </a:extLst>
          </p:cNvPr>
          <p:cNvSpPr txBox="1">
            <a:spLocks/>
          </p:cNvSpPr>
          <p:nvPr/>
        </p:nvSpPr>
        <p:spPr>
          <a:xfrm>
            <a:off x="144780" y="445025"/>
            <a:ext cx="865632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dirty="0"/>
              <a:t>Short Haul KPI comparison between </a:t>
            </a:r>
            <a:r>
              <a:rPr lang="en-US" dirty="0" err="1"/>
              <a:t>b.a</a:t>
            </a:r>
            <a:r>
              <a:rPr lang="en-US" dirty="0"/>
              <a:t> and competitors</a:t>
            </a:r>
          </a:p>
        </p:txBody>
      </p:sp>
      <p:sp>
        <p:nvSpPr>
          <p:cNvPr id="4" name="Rectangle 1">
            <a:extLst>
              <a:ext uri="{FF2B5EF4-FFF2-40B4-BE49-F238E27FC236}">
                <a16:creationId xmlns:a16="http://schemas.microsoft.com/office/drawing/2014/main" id="{84DAA907-90A8-F137-1DBE-F5535FF94210}"/>
              </a:ext>
            </a:extLst>
          </p:cNvPr>
          <p:cNvSpPr>
            <a:spLocks noChangeArrowheads="1"/>
          </p:cNvSpPr>
          <p:nvPr/>
        </p:nvSpPr>
        <p:spPr bwMode="auto">
          <a:xfrm>
            <a:off x="712788" y="1114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5" name="Google Shape;3791;p37">
            <a:extLst>
              <a:ext uri="{FF2B5EF4-FFF2-40B4-BE49-F238E27FC236}">
                <a16:creationId xmlns:a16="http://schemas.microsoft.com/office/drawing/2014/main" id="{6A3CBA03-F1DC-C929-C5DD-BD956E684440}"/>
              </a:ext>
            </a:extLst>
          </p:cNvPr>
          <p:cNvGraphicFramePr/>
          <p:nvPr>
            <p:extLst>
              <p:ext uri="{D42A27DB-BD31-4B8C-83A1-F6EECF244321}">
                <p14:modId xmlns:p14="http://schemas.microsoft.com/office/powerpoint/2010/main" val="855700781"/>
              </p:ext>
            </p:extLst>
          </p:nvPr>
        </p:nvGraphicFramePr>
        <p:xfrm>
          <a:off x="650637" y="1150166"/>
          <a:ext cx="8345646" cy="3840480"/>
        </p:xfrm>
        <a:graphic>
          <a:graphicData uri="http://schemas.openxmlformats.org/drawingml/2006/table">
            <a:tbl>
              <a:tblPr bandRow="1">
                <a:noFill/>
                <a:tableStyleId>{1478BDCB-7E11-4DF6-B6E7-2EF10FA1E5F6}</a:tableStyleId>
              </a:tblPr>
              <a:tblGrid>
                <a:gridCol w="2936915">
                  <a:extLst>
                    <a:ext uri="{9D8B030D-6E8A-4147-A177-3AD203B41FA5}">
                      <a16:colId xmlns:a16="http://schemas.microsoft.com/office/drawing/2014/main" val="20000"/>
                    </a:ext>
                  </a:extLst>
                </a:gridCol>
                <a:gridCol w="5408731">
                  <a:extLst>
                    <a:ext uri="{9D8B030D-6E8A-4147-A177-3AD203B41FA5}">
                      <a16:colId xmlns:a16="http://schemas.microsoft.com/office/drawing/2014/main" val="20001"/>
                    </a:ext>
                  </a:extLst>
                </a:gridCol>
              </a:tblGrid>
              <a:tr h="1188400">
                <a:tc>
                  <a:txBody>
                    <a:bodyPr/>
                    <a:lstStyle/>
                    <a:p>
                      <a:pPr marL="0" lvl="0" indent="0" algn="l" rtl="0">
                        <a:spcBef>
                          <a:spcPts val="0"/>
                        </a:spcBef>
                        <a:spcAft>
                          <a:spcPts val="0"/>
                        </a:spcAft>
                        <a:buNone/>
                      </a:pPr>
                      <a:r>
                        <a:rPr lang="en-US" sz="1200" b="1" dirty="0">
                          <a:solidFill>
                            <a:schemeClr val="dk1"/>
                          </a:solidFill>
                          <a:uFill>
                            <a:noFill/>
                          </a:uFill>
                          <a:latin typeface="Lexend Deca"/>
                          <a:ea typeface="Lexend Deca"/>
                          <a:cs typeface="Lexend Deca"/>
                          <a:sym typeface="Lexend Deca"/>
                        </a:rPr>
                        <a:t>Jet2 (75 destinations)</a:t>
                      </a:r>
                    </a:p>
                  </a:txBody>
                  <a:tcPr marL="91425" marR="91425" marT="0" marB="0" anchor="ctr">
                    <a:lnL w="19050" cap="flat" cmpd="sng">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solidFill>
                        <a:schemeClr val="accent5"/>
                      </a:solidFill>
                      <a:prstDash val="dash"/>
                      <a:round/>
                      <a:headEnd type="none" w="sm" len="sm"/>
                      <a:tailEnd type="none" w="sm" len="sm"/>
                    </a:lnB>
                    <a:solidFill>
                      <a:srgbClr val="FFFFFF">
                        <a:alpha val="34590"/>
                      </a:srgbClr>
                    </a:solidFill>
                  </a:tcPr>
                </a:tc>
                <a:tc>
                  <a:txBody>
                    <a:bodyPr/>
                    <a:lstStyle/>
                    <a:p>
                      <a:pPr marL="171450" lvl="0" indent="-171450" algn="l" rtl="0">
                        <a:spcBef>
                          <a:spcPts val="0"/>
                        </a:spcBef>
                        <a:spcAft>
                          <a:spcPts val="1200"/>
                        </a:spcAft>
                        <a:buFont typeface="Arial" panose="020B0604020202020204" pitchFamily="34" charset="0"/>
                        <a:buChar char="•"/>
                      </a:pPr>
                      <a:r>
                        <a:rPr lang="en-US" sz="1100" dirty="0">
                          <a:solidFill>
                            <a:schemeClr val="dk1"/>
                          </a:solidFill>
                          <a:latin typeface="Lexend Deca"/>
                          <a:ea typeface="Lexend Deca"/>
                          <a:cs typeface="Lexend Deca"/>
                          <a:sym typeface="Lexend Deca"/>
                        </a:rPr>
                        <a:t>Moderate pricing</a:t>
                      </a:r>
                    </a:p>
                    <a:p>
                      <a:pPr marL="171450" lvl="0" indent="-171450" algn="l" rtl="0">
                        <a:spcBef>
                          <a:spcPts val="0"/>
                        </a:spcBef>
                        <a:spcAft>
                          <a:spcPts val="1200"/>
                        </a:spcAft>
                        <a:buFont typeface="Arial" panose="020B0604020202020204" pitchFamily="34" charset="0"/>
                        <a:buChar char="•"/>
                      </a:pPr>
                      <a:r>
                        <a:rPr lang="en-US" sz="1100" dirty="0">
                          <a:solidFill>
                            <a:schemeClr val="dk1"/>
                          </a:solidFill>
                          <a:latin typeface="Lexend Deca"/>
                          <a:ea typeface="Lexend Deca"/>
                          <a:cs typeface="Lexend Deca"/>
                          <a:sym typeface="Lexend Deca"/>
                        </a:rPr>
                        <a:t>Higher customer scoring for value for money</a:t>
                      </a:r>
                    </a:p>
                    <a:p>
                      <a:pPr marL="171450" lvl="0" indent="-171450" algn="l" rtl="0">
                        <a:spcBef>
                          <a:spcPts val="0"/>
                        </a:spcBef>
                        <a:spcAft>
                          <a:spcPts val="1200"/>
                        </a:spcAft>
                        <a:buFont typeface="Arial" panose="020B0604020202020204" pitchFamily="34" charset="0"/>
                        <a:buChar char="•"/>
                      </a:pPr>
                      <a:r>
                        <a:rPr lang="en-US" sz="1100" dirty="0">
                          <a:solidFill>
                            <a:schemeClr val="dk1"/>
                          </a:solidFill>
                          <a:latin typeface="Lexend Deca"/>
                          <a:ea typeface="Lexend Deca"/>
                          <a:cs typeface="Lexend Deca"/>
                          <a:sym typeface="Lexend Deca"/>
                        </a:rPr>
                        <a:t>Good customer service </a:t>
                      </a:r>
                    </a:p>
                    <a:p>
                      <a:pPr marL="171450" lvl="0" indent="-171450" algn="l" rtl="0">
                        <a:spcBef>
                          <a:spcPts val="0"/>
                        </a:spcBef>
                        <a:spcAft>
                          <a:spcPts val="1200"/>
                        </a:spcAft>
                        <a:buFont typeface="Arial" panose="020B0604020202020204" pitchFamily="34" charset="0"/>
                        <a:buChar char="•"/>
                      </a:pPr>
                      <a:r>
                        <a:rPr lang="en-US" sz="1100" dirty="0">
                          <a:solidFill>
                            <a:schemeClr val="dk1"/>
                          </a:solidFill>
                          <a:latin typeface="Lexend Deca"/>
                          <a:ea typeface="Lexend Deca"/>
                          <a:cs typeface="Lexend Deca"/>
                          <a:sym typeface="Lexend Deca"/>
                        </a:rPr>
                        <a:t>High reliability​</a:t>
                      </a:r>
                    </a:p>
                  </a:txBody>
                  <a:tcPr marL="91425" marR="91425" marT="0" marB="0" anchor="ctr">
                    <a:lnL w="19050" cap="flat" cmpd="sng">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solidFill>
                        <a:schemeClr val="accent5"/>
                      </a:solidFill>
                      <a:prstDash val="dash"/>
                      <a:round/>
                      <a:headEnd type="none" w="sm" len="sm"/>
                      <a:tailEnd type="none" w="sm" len="sm"/>
                    </a:lnB>
                    <a:solidFill>
                      <a:srgbClr val="FFFFFF">
                        <a:alpha val="34590"/>
                      </a:srgbClr>
                    </a:solidFill>
                  </a:tcPr>
                </a:tc>
                <a:extLst>
                  <a:ext uri="{0D108BD9-81ED-4DB2-BD59-A6C34878D82A}">
                    <a16:rowId xmlns:a16="http://schemas.microsoft.com/office/drawing/2014/main" val="10000"/>
                  </a:ext>
                </a:extLst>
              </a:tr>
              <a:tr h="1463680">
                <a:tc>
                  <a:txBody>
                    <a:bodyPr/>
                    <a:lstStyle/>
                    <a:p>
                      <a:pPr marL="0" lvl="0" indent="0" algn="l" rtl="0">
                        <a:spcBef>
                          <a:spcPts val="0"/>
                        </a:spcBef>
                        <a:spcAft>
                          <a:spcPts val="0"/>
                        </a:spcAft>
                        <a:buNone/>
                      </a:pPr>
                      <a:r>
                        <a:rPr lang="en-US" sz="1200" b="1" dirty="0">
                          <a:solidFill>
                            <a:schemeClr val="dk1"/>
                          </a:solidFill>
                          <a:latin typeface="Lexend Deca"/>
                          <a:ea typeface="Lexend Deca"/>
                          <a:cs typeface="Lexend Deca"/>
                          <a:sym typeface="Lexend Deca"/>
                        </a:rPr>
                        <a:t>Loganair (40 destinations)</a:t>
                      </a:r>
                      <a:endParaRPr sz="1200" b="1" dirty="0">
                        <a:solidFill>
                          <a:schemeClr val="dk1"/>
                        </a:solidFill>
                        <a:latin typeface="Lexend Deca"/>
                        <a:ea typeface="Lexend Deca"/>
                        <a:cs typeface="Lexend Deca"/>
                        <a:sym typeface="Lexend Deca"/>
                      </a:endParaRPr>
                    </a:p>
                  </a:txBody>
                  <a:tcPr marL="91425" marR="91425" marT="0" marB="0" anchor="ctr">
                    <a:lnL w="19050" cap="flat" cmpd="sng">
                      <a:solidFill>
                        <a:schemeClr val="accent5"/>
                      </a:solidFill>
                      <a:prstDash val="dash"/>
                      <a:round/>
                      <a:headEnd type="none" w="sm" len="sm"/>
                      <a:tailEnd type="none" w="sm" len="sm"/>
                    </a:lnL>
                    <a:lnR w="19050" cap="flat" cmpd="sng" algn="ctr">
                      <a:solidFill>
                        <a:schemeClr val="accent5"/>
                      </a:solidFill>
                      <a:prstDash val="dash"/>
                      <a:round/>
                      <a:headEnd type="none" w="sm" len="sm"/>
                      <a:tailEnd type="none" w="sm" len="sm"/>
                    </a:lnR>
                    <a:lnT w="19050" cap="flat" cmpd="sng" algn="ctr">
                      <a:solidFill>
                        <a:schemeClr val="accent5"/>
                      </a:solidFill>
                      <a:prstDash val="dash"/>
                      <a:round/>
                      <a:headEnd type="none" w="sm" len="sm"/>
                      <a:tailEnd type="none" w="sm" len="sm"/>
                    </a:lnT>
                    <a:lnB w="19050" cap="flat" cmpd="sng">
                      <a:solidFill>
                        <a:schemeClr val="accent5"/>
                      </a:solidFill>
                      <a:prstDash val="dash"/>
                      <a:round/>
                      <a:headEnd type="none" w="sm" len="sm"/>
                      <a:tailEnd type="none" w="sm" len="sm"/>
                    </a:lnB>
                    <a:solidFill>
                      <a:srgbClr val="FFFFFF">
                        <a:alpha val="34590"/>
                      </a:srgbClr>
                    </a:solidFill>
                  </a:tcPr>
                </a:tc>
                <a:tc>
                  <a:txBody>
                    <a:bodyPr/>
                    <a:lstStyle/>
                    <a:p>
                      <a:pPr marL="171450" lvl="0" indent="-171450" algn="l" rtl="0">
                        <a:spcBef>
                          <a:spcPts val="0"/>
                        </a:spcBef>
                        <a:spcAft>
                          <a:spcPts val="1200"/>
                        </a:spcAft>
                        <a:buFont typeface="Arial" panose="020B0604020202020204" pitchFamily="34" charset="0"/>
                        <a:buChar char="•"/>
                      </a:pPr>
                      <a:r>
                        <a:rPr lang="en-US" sz="1100" dirty="0">
                          <a:solidFill>
                            <a:schemeClr val="dk1"/>
                          </a:solidFill>
                          <a:latin typeface="Lexend Deca"/>
                          <a:ea typeface="Lexend Deca"/>
                          <a:cs typeface="Lexend Deca"/>
                          <a:sym typeface="Lexend Deca"/>
                        </a:rPr>
                        <a:t>Higher than average pricing</a:t>
                      </a:r>
                    </a:p>
                    <a:p>
                      <a:pPr marL="171450" lvl="0" indent="-171450" algn="l" rtl="0">
                        <a:spcBef>
                          <a:spcPts val="0"/>
                        </a:spcBef>
                        <a:spcAft>
                          <a:spcPts val="1200"/>
                        </a:spcAft>
                        <a:buFont typeface="Arial" panose="020B0604020202020204" pitchFamily="34" charset="0"/>
                        <a:buChar char="•"/>
                      </a:pPr>
                      <a:r>
                        <a:rPr lang="en-US" sz="1100" dirty="0">
                          <a:solidFill>
                            <a:schemeClr val="dk1"/>
                          </a:solidFill>
                          <a:latin typeface="Lexend Deca"/>
                          <a:ea typeface="Lexend Deca"/>
                          <a:cs typeface="Lexend Deca"/>
                          <a:sym typeface="Lexend Deca"/>
                        </a:rPr>
                        <a:t>Good customer scoring for value for money</a:t>
                      </a:r>
                    </a:p>
                    <a:p>
                      <a:pPr marL="171450" lvl="0" indent="-171450" algn="l" rtl="0">
                        <a:spcBef>
                          <a:spcPts val="0"/>
                        </a:spcBef>
                        <a:spcAft>
                          <a:spcPts val="1200"/>
                        </a:spcAft>
                        <a:buFont typeface="Arial" panose="020B0604020202020204" pitchFamily="34" charset="0"/>
                        <a:buChar char="•"/>
                      </a:pPr>
                      <a:r>
                        <a:rPr lang="en-US" sz="1100" dirty="0">
                          <a:solidFill>
                            <a:schemeClr val="dk1"/>
                          </a:solidFill>
                          <a:latin typeface="Lexend Deca"/>
                          <a:ea typeface="Lexend Deca"/>
                          <a:cs typeface="Lexend Deca"/>
                          <a:sym typeface="Lexend Deca"/>
                        </a:rPr>
                        <a:t>Moderate customer service </a:t>
                      </a:r>
                    </a:p>
                    <a:p>
                      <a:pPr marL="171450" lvl="0" indent="-171450" algn="l" rtl="0">
                        <a:spcBef>
                          <a:spcPts val="0"/>
                        </a:spcBef>
                        <a:spcAft>
                          <a:spcPts val="1200"/>
                        </a:spcAft>
                        <a:buFont typeface="Arial" panose="020B0604020202020204" pitchFamily="34" charset="0"/>
                        <a:buChar char="•"/>
                      </a:pPr>
                      <a:r>
                        <a:rPr lang="en-US" sz="1100" dirty="0">
                          <a:solidFill>
                            <a:schemeClr val="dk1"/>
                          </a:solidFill>
                          <a:latin typeface="Lexend Deca"/>
                          <a:ea typeface="Lexend Deca"/>
                          <a:cs typeface="Lexend Deca"/>
                          <a:sym typeface="Lexend Deca"/>
                        </a:rPr>
                        <a:t>High reliability</a:t>
                      </a:r>
                    </a:p>
                  </a:txBody>
                  <a:tcPr marL="91425" marR="91425" marT="0" marB="0" anchor="ctr">
                    <a:lnL w="19050" cap="flat" cmpd="sng" algn="ctr">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lgn="ctr">
                      <a:solidFill>
                        <a:schemeClr val="accent5"/>
                      </a:solidFill>
                      <a:prstDash val="dash"/>
                      <a:round/>
                      <a:headEnd type="none" w="sm" len="sm"/>
                      <a:tailEnd type="none" w="sm" len="sm"/>
                    </a:lnT>
                    <a:lnB w="19050" cap="flat" cmpd="sng">
                      <a:solidFill>
                        <a:schemeClr val="accent5"/>
                      </a:solidFill>
                      <a:prstDash val="dash"/>
                      <a:round/>
                      <a:headEnd type="none" w="sm" len="sm"/>
                      <a:tailEnd type="none" w="sm" len="sm"/>
                    </a:lnB>
                    <a:solidFill>
                      <a:srgbClr val="FFFFFF">
                        <a:alpha val="34590"/>
                      </a:srgbClr>
                    </a:solidFill>
                  </a:tcPr>
                </a:tc>
                <a:extLst>
                  <a:ext uri="{0D108BD9-81ED-4DB2-BD59-A6C34878D82A}">
                    <a16:rowId xmlns:a16="http://schemas.microsoft.com/office/drawing/2014/main" val="1555033102"/>
                  </a:ext>
                </a:extLst>
              </a:tr>
              <a:tr h="1188400">
                <a:tc>
                  <a:txBody>
                    <a:bodyPr/>
                    <a:lstStyle/>
                    <a:p>
                      <a:pPr marL="0" lvl="0" indent="0" algn="l" rtl="0">
                        <a:spcBef>
                          <a:spcPts val="0"/>
                        </a:spcBef>
                        <a:spcAft>
                          <a:spcPts val="0"/>
                        </a:spcAft>
                        <a:buNone/>
                      </a:pPr>
                      <a:r>
                        <a:rPr lang="en" sz="1200" b="1" dirty="0">
                          <a:solidFill>
                            <a:schemeClr val="dk1"/>
                          </a:solidFill>
                          <a:uFill>
                            <a:noFill/>
                          </a:uFill>
                          <a:latin typeface="Lexend Deca"/>
                          <a:ea typeface="Lexend Deca"/>
                          <a:cs typeface="Lexend Deca"/>
                          <a:sym typeface="Lexend Deca"/>
                        </a:rPr>
                        <a:t>British Airways (143 destinations)</a:t>
                      </a:r>
                      <a:endParaRPr sz="1200" b="1" dirty="0">
                        <a:solidFill>
                          <a:schemeClr val="dk1"/>
                        </a:solidFill>
                        <a:latin typeface="Lexend Deca"/>
                        <a:ea typeface="Lexend Deca"/>
                        <a:cs typeface="Lexend Deca"/>
                        <a:sym typeface="Lexend Deca"/>
                      </a:endParaRPr>
                    </a:p>
                  </a:txBody>
                  <a:tcPr marL="91425" marR="91425" marT="0" marB="0" anchor="ctr">
                    <a:lnL w="19050" cap="flat" cmpd="sng">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solidFill>
                        <a:schemeClr val="accent5"/>
                      </a:solidFill>
                      <a:prstDash val="dash"/>
                      <a:round/>
                      <a:headEnd type="none" w="sm" len="sm"/>
                      <a:tailEnd type="none" w="sm" len="sm"/>
                    </a:lnB>
                    <a:solidFill>
                      <a:srgbClr val="FFFFFF">
                        <a:alpha val="34590"/>
                      </a:srgbClr>
                    </a:solidFill>
                  </a:tcPr>
                </a:tc>
                <a:tc>
                  <a:txBody>
                    <a:bodyPr/>
                    <a:lstStyle/>
                    <a:p>
                      <a:pPr marL="171450" marR="0" lvl="0" indent="-171450" algn="l" defTabSz="9144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100" b="0" i="0" u="none" strike="noStrike" kern="0" cap="none" spc="0" normalizeH="0" baseline="0" noProof="0" dirty="0">
                          <a:ln>
                            <a:noFill/>
                          </a:ln>
                          <a:solidFill>
                            <a:srgbClr val="13394F"/>
                          </a:solidFill>
                          <a:effectLst/>
                          <a:uLnTx/>
                          <a:uFillTx/>
                          <a:latin typeface="Lexend Deca"/>
                          <a:ea typeface="Lexend Deca"/>
                          <a:cs typeface="Lexend Deca"/>
                          <a:sym typeface="Lexend Deca"/>
                        </a:rPr>
                        <a:t>Larger airline</a:t>
                      </a:r>
                    </a:p>
                    <a:p>
                      <a:pPr marL="171450" marR="0" lvl="0" indent="-171450" algn="l" defTabSz="9144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100" b="0" i="0" u="none" strike="noStrike" kern="0" cap="none" spc="0" normalizeH="0" baseline="0" noProof="0" dirty="0">
                          <a:ln>
                            <a:noFill/>
                          </a:ln>
                          <a:solidFill>
                            <a:srgbClr val="13394F"/>
                          </a:solidFill>
                          <a:effectLst/>
                          <a:uLnTx/>
                          <a:uFillTx/>
                          <a:latin typeface="Lexend Deca"/>
                          <a:ea typeface="Lexend Deca"/>
                          <a:cs typeface="Lexend Deca"/>
                          <a:sym typeface="Lexend Deca"/>
                        </a:rPr>
                        <a:t>Wider network</a:t>
                      </a:r>
                    </a:p>
                    <a:p>
                      <a:pPr marL="171450" marR="0" lvl="0" indent="-171450" algn="l" defTabSz="9144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100" b="0" i="0" u="none" strike="noStrike" kern="0" cap="none" spc="0" normalizeH="0" baseline="0" noProof="0" dirty="0">
                          <a:ln>
                            <a:noFill/>
                          </a:ln>
                          <a:solidFill>
                            <a:srgbClr val="13394F"/>
                          </a:solidFill>
                          <a:effectLst/>
                          <a:uLnTx/>
                          <a:uFillTx/>
                          <a:latin typeface="Lexend Deca"/>
                          <a:ea typeface="Lexend Deca"/>
                          <a:cs typeface="Lexend Deca"/>
                          <a:sym typeface="Lexend Deca"/>
                        </a:rPr>
                        <a:t>Expensive</a:t>
                      </a:r>
                    </a:p>
                    <a:p>
                      <a:pPr marL="171450" marR="0" lvl="0" indent="-171450" algn="l" defTabSz="9144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100" b="0" i="0" u="none" strike="noStrike" kern="0" cap="none" spc="0" normalizeH="0" baseline="0" noProof="0" dirty="0">
                          <a:ln>
                            <a:noFill/>
                          </a:ln>
                          <a:solidFill>
                            <a:srgbClr val="13394F"/>
                          </a:solidFill>
                          <a:effectLst/>
                          <a:uLnTx/>
                          <a:uFillTx/>
                          <a:latin typeface="Lexend Deca"/>
                          <a:ea typeface="Lexend Deca"/>
                          <a:cs typeface="Lexend Deca"/>
                          <a:sym typeface="Lexend Deca"/>
                        </a:rPr>
                        <a:t>Operational issues</a:t>
                      </a:r>
                    </a:p>
                  </a:txBody>
                  <a:tcPr marL="91425" marR="91425" marT="0" marB="0" anchor="ctr">
                    <a:lnL w="19050" cap="flat" cmpd="sng">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solidFill>
                        <a:schemeClr val="accent5"/>
                      </a:solidFill>
                      <a:prstDash val="dash"/>
                      <a:round/>
                      <a:headEnd type="none" w="sm" len="sm"/>
                      <a:tailEnd type="none" w="sm" len="sm"/>
                    </a:lnB>
                    <a:solidFill>
                      <a:srgbClr val="FFFFFF">
                        <a:alpha val="34590"/>
                      </a:srgb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518983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04355-B8AF-08C1-A8A1-9361C79BA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7D412-C1B2-0EC9-09FA-37C1D1F8617E}"/>
              </a:ext>
            </a:extLst>
          </p:cNvPr>
          <p:cNvSpPr>
            <a:spLocks noGrp="1"/>
          </p:cNvSpPr>
          <p:nvPr>
            <p:ph type="title"/>
          </p:nvPr>
        </p:nvSpPr>
        <p:spPr>
          <a:xfrm>
            <a:off x="144780" y="445025"/>
            <a:ext cx="8656320" cy="572700"/>
          </a:xfrm>
        </p:spPr>
        <p:txBody>
          <a:bodyPr/>
          <a:lstStyle/>
          <a:p>
            <a:r>
              <a:rPr lang="en-US" dirty="0"/>
              <a:t>Long Haul KPI comparison between </a:t>
            </a:r>
            <a:r>
              <a:rPr lang="en-US" dirty="0" err="1"/>
              <a:t>b.a</a:t>
            </a:r>
            <a:r>
              <a:rPr lang="en-US" dirty="0"/>
              <a:t> and competitors</a:t>
            </a:r>
          </a:p>
        </p:txBody>
      </p:sp>
      <p:sp>
        <p:nvSpPr>
          <p:cNvPr id="4" name="Rectangle 1">
            <a:extLst>
              <a:ext uri="{FF2B5EF4-FFF2-40B4-BE49-F238E27FC236}">
                <a16:creationId xmlns:a16="http://schemas.microsoft.com/office/drawing/2014/main" id="{E7442953-150F-2F1C-696B-F635C72957FC}"/>
              </a:ext>
            </a:extLst>
          </p:cNvPr>
          <p:cNvSpPr>
            <a:spLocks noChangeArrowheads="1"/>
          </p:cNvSpPr>
          <p:nvPr/>
        </p:nvSpPr>
        <p:spPr bwMode="auto">
          <a:xfrm>
            <a:off x="712788" y="1114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5" name="Google Shape;3791;p37">
            <a:extLst>
              <a:ext uri="{FF2B5EF4-FFF2-40B4-BE49-F238E27FC236}">
                <a16:creationId xmlns:a16="http://schemas.microsoft.com/office/drawing/2014/main" id="{4F441191-23F2-CFD3-DF04-5CA28AA90D7B}"/>
              </a:ext>
            </a:extLst>
          </p:cNvPr>
          <p:cNvGraphicFramePr/>
          <p:nvPr>
            <p:extLst>
              <p:ext uri="{D42A27DB-BD31-4B8C-83A1-F6EECF244321}">
                <p14:modId xmlns:p14="http://schemas.microsoft.com/office/powerpoint/2010/main" val="3531269496"/>
              </p:ext>
            </p:extLst>
          </p:nvPr>
        </p:nvGraphicFramePr>
        <p:xfrm>
          <a:off x="712788" y="1211126"/>
          <a:ext cx="8004492" cy="3650432"/>
        </p:xfrm>
        <a:graphic>
          <a:graphicData uri="http://schemas.openxmlformats.org/drawingml/2006/table">
            <a:tbl>
              <a:tblPr>
                <a:noFill/>
                <a:tableStyleId>{1478BDCB-7E11-4DF6-B6E7-2EF10FA1E5F6}</a:tableStyleId>
              </a:tblPr>
              <a:tblGrid>
                <a:gridCol w="2801235">
                  <a:extLst>
                    <a:ext uri="{9D8B030D-6E8A-4147-A177-3AD203B41FA5}">
                      <a16:colId xmlns:a16="http://schemas.microsoft.com/office/drawing/2014/main" val="20000"/>
                    </a:ext>
                  </a:extLst>
                </a:gridCol>
                <a:gridCol w="5203257">
                  <a:extLst>
                    <a:ext uri="{9D8B030D-6E8A-4147-A177-3AD203B41FA5}">
                      <a16:colId xmlns:a16="http://schemas.microsoft.com/office/drawing/2014/main" val="20001"/>
                    </a:ext>
                  </a:extLst>
                </a:gridCol>
              </a:tblGrid>
              <a:tr h="1671282">
                <a:tc>
                  <a:txBody>
                    <a:bodyPr/>
                    <a:lstStyle/>
                    <a:p>
                      <a:pPr marL="0" lvl="0" indent="0" algn="l" rtl="0">
                        <a:spcBef>
                          <a:spcPts val="0"/>
                        </a:spcBef>
                        <a:spcAft>
                          <a:spcPts val="0"/>
                        </a:spcAft>
                        <a:buNone/>
                      </a:pPr>
                      <a:r>
                        <a:rPr lang="en" sz="1200" b="1" dirty="0">
                          <a:solidFill>
                            <a:schemeClr val="dk1"/>
                          </a:solidFill>
                          <a:uFill>
                            <a:noFill/>
                          </a:uFill>
                          <a:latin typeface="Lexend Deca"/>
                          <a:ea typeface="Lexend Deca"/>
                          <a:cs typeface="Lexend Deca"/>
                          <a:sym typeface="Lexend Deca"/>
                        </a:rPr>
                        <a:t>Singapore (32 countries)</a:t>
                      </a:r>
                    </a:p>
                    <a:p>
                      <a:pPr marL="0" lvl="0" indent="0" algn="l" rtl="0">
                        <a:spcBef>
                          <a:spcPts val="0"/>
                        </a:spcBef>
                        <a:spcAft>
                          <a:spcPts val="0"/>
                        </a:spcAft>
                        <a:buNone/>
                      </a:pPr>
                      <a:r>
                        <a:rPr lang="en" sz="1200" b="1" dirty="0">
                          <a:solidFill>
                            <a:schemeClr val="dk1"/>
                          </a:solidFill>
                          <a:uFill>
                            <a:noFill/>
                          </a:uFill>
                          <a:latin typeface="Lexend Deca"/>
                          <a:ea typeface="Lexend Deca"/>
                          <a:cs typeface="Lexend Deca"/>
                          <a:sym typeface="Lexend Deca"/>
                        </a:rPr>
                        <a:t>Emirates (85 countries)</a:t>
                      </a:r>
                    </a:p>
                    <a:p>
                      <a:pPr marL="0" lvl="0" indent="0" algn="l" rtl="0">
                        <a:spcBef>
                          <a:spcPts val="0"/>
                        </a:spcBef>
                        <a:spcAft>
                          <a:spcPts val="0"/>
                        </a:spcAft>
                        <a:buNone/>
                      </a:pPr>
                      <a:r>
                        <a:rPr lang="en" sz="1200" b="1" dirty="0">
                          <a:solidFill>
                            <a:schemeClr val="dk1"/>
                          </a:solidFill>
                          <a:uFill>
                            <a:noFill/>
                          </a:uFill>
                          <a:latin typeface="Lexend Deca"/>
                          <a:ea typeface="Lexend Deca"/>
                          <a:cs typeface="Lexend Deca"/>
                          <a:sym typeface="Lexend Deca"/>
                        </a:rPr>
                        <a:t>Etihad (40 countries)</a:t>
                      </a:r>
                      <a:endParaRPr sz="1200" b="1" dirty="0">
                        <a:solidFill>
                          <a:schemeClr val="dk1"/>
                        </a:solidFill>
                        <a:latin typeface="Lexend Deca"/>
                        <a:ea typeface="Lexend Deca"/>
                        <a:cs typeface="Lexend Deca"/>
                        <a:sym typeface="Lexend Deca"/>
                      </a:endParaRPr>
                    </a:p>
                  </a:txBody>
                  <a:tcPr marL="91425" marR="91425" marT="0" marB="0" anchor="ctr">
                    <a:lnL w="19050" cap="flat" cmpd="sng">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solidFill>
                        <a:schemeClr val="accent5"/>
                      </a:solidFill>
                      <a:prstDash val="dash"/>
                      <a:round/>
                      <a:headEnd type="none" w="sm" len="sm"/>
                      <a:tailEnd type="none" w="sm" len="sm"/>
                    </a:lnB>
                    <a:solidFill>
                      <a:srgbClr val="FFFFFF">
                        <a:alpha val="34590"/>
                      </a:srgbClr>
                    </a:solidFill>
                  </a:tcPr>
                </a:tc>
                <a:tc>
                  <a:txBody>
                    <a:bodyPr/>
                    <a:lstStyle/>
                    <a:p>
                      <a:pPr marL="171450" lvl="0" indent="-171450" algn="l" rtl="0">
                        <a:spcBef>
                          <a:spcPts val="0"/>
                        </a:spcBef>
                        <a:spcAft>
                          <a:spcPts val="1400"/>
                        </a:spcAft>
                        <a:buFont typeface="Arial" panose="020B0604020202020204" pitchFamily="34" charset="0"/>
                        <a:buChar char="•"/>
                      </a:pPr>
                      <a:r>
                        <a:rPr lang="en-US" sz="1100" dirty="0">
                          <a:solidFill>
                            <a:schemeClr val="dk1"/>
                          </a:solidFill>
                          <a:latin typeface="Lexend Deca"/>
                          <a:ea typeface="Lexend Deca"/>
                          <a:cs typeface="Lexend Deca"/>
                          <a:sym typeface="Lexend Deca"/>
                        </a:rPr>
                        <a:t>Higher Customer scoring value of money</a:t>
                      </a:r>
                    </a:p>
                    <a:p>
                      <a:pPr marL="171450" lvl="0" indent="-171450" algn="l" rtl="0">
                        <a:spcBef>
                          <a:spcPts val="0"/>
                        </a:spcBef>
                        <a:spcAft>
                          <a:spcPts val="1400"/>
                        </a:spcAft>
                        <a:buFont typeface="Arial" panose="020B0604020202020204" pitchFamily="34" charset="0"/>
                        <a:buChar char="•"/>
                      </a:pPr>
                      <a:r>
                        <a:rPr lang="en-US" sz="1100" dirty="0">
                          <a:solidFill>
                            <a:schemeClr val="dk1"/>
                          </a:solidFill>
                          <a:latin typeface="Lexend Deca"/>
                          <a:ea typeface="Lexend Deca"/>
                          <a:cs typeface="Lexend Deca"/>
                          <a:sym typeface="Lexend Deca"/>
                        </a:rPr>
                        <a:t>Newer Fleet</a:t>
                      </a:r>
                    </a:p>
                    <a:p>
                      <a:pPr marL="171450" lvl="0" indent="-171450" algn="l" rtl="0">
                        <a:spcBef>
                          <a:spcPts val="0"/>
                        </a:spcBef>
                        <a:spcAft>
                          <a:spcPts val="1400"/>
                        </a:spcAft>
                        <a:buFont typeface="Arial" panose="020B0604020202020204" pitchFamily="34" charset="0"/>
                        <a:buChar char="•"/>
                      </a:pPr>
                      <a:r>
                        <a:rPr lang="en-US" sz="1100" dirty="0">
                          <a:solidFill>
                            <a:schemeClr val="dk1"/>
                          </a:solidFill>
                          <a:latin typeface="Lexend Deca"/>
                          <a:ea typeface="Lexend Deca"/>
                          <a:cs typeface="Lexend Deca"/>
                          <a:sym typeface="Lexend Deca"/>
                        </a:rPr>
                        <a:t>Seat Comfort</a:t>
                      </a:r>
                    </a:p>
                    <a:p>
                      <a:pPr marL="171450" lvl="0" indent="-171450" algn="l" rtl="0">
                        <a:spcBef>
                          <a:spcPts val="0"/>
                        </a:spcBef>
                        <a:spcAft>
                          <a:spcPts val="1400"/>
                        </a:spcAft>
                        <a:buFont typeface="Arial" panose="020B0604020202020204" pitchFamily="34" charset="0"/>
                        <a:buChar char="•"/>
                      </a:pPr>
                      <a:r>
                        <a:rPr lang="en-US" sz="1100" dirty="0">
                          <a:solidFill>
                            <a:schemeClr val="dk1"/>
                          </a:solidFill>
                          <a:latin typeface="Lexend Deca"/>
                          <a:ea typeface="Lexend Deca"/>
                          <a:cs typeface="Lexend Deca"/>
                          <a:sym typeface="Lexend Deca"/>
                        </a:rPr>
                        <a:t>Better Food &amp; beverages</a:t>
                      </a:r>
                    </a:p>
                    <a:p>
                      <a:pPr marL="171450" lvl="0" indent="-171450" algn="l" rtl="0">
                        <a:spcBef>
                          <a:spcPts val="0"/>
                        </a:spcBef>
                        <a:spcAft>
                          <a:spcPts val="1400"/>
                        </a:spcAft>
                        <a:buFont typeface="Arial" panose="020B0604020202020204" pitchFamily="34" charset="0"/>
                        <a:buChar char="•"/>
                      </a:pPr>
                      <a:r>
                        <a:rPr lang="en-US" sz="1100" dirty="0">
                          <a:solidFill>
                            <a:schemeClr val="dk1"/>
                          </a:solidFill>
                          <a:latin typeface="Lexend Deca"/>
                          <a:ea typeface="Lexend Deca"/>
                          <a:cs typeface="Lexend Deca"/>
                          <a:sym typeface="Lexend Deca"/>
                        </a:rPr>
                        <a:t>Better on board Service​</a:t>
                      </a:r>
                    </a:p>
                  </a:txBody>
                  <a:tcPr marL="91425" marR="91425" marT="0" marB="0" anchor="ctr">
                    <a:lnL w="19050" cap="flat" cmpd="sng">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solidFill>
                        <a:schemeClr val="accent5"/>
                      </a:solidFill>
                      <a:prstDash val="dash"/>
                      <a:round/>
                      <a:headEnd type="none" w="sm" len="sm"/>
                      <a:tailEnd type="none" w="sm" len="sm"/>
                    </a:lnB>
                    <a:solidFill>
                      <a:srgbClr val="FFFFFF">
                        <a:alpha val="34590"/>
                      </a:srgbClr>
                    </a:solidFill>
                  </a:tcPr>
                </a:tc>
                <a:extLst>
                  <a:ext uri="{0D108BD9-81ED-4DB2-BD59-A6C34878D82A}">
                    <a16:rowId xmlns:a16="http://schemas.microsoft.com/office/drawing/2014/main" val="10000"/>
                  </a:ext>
                </a:extLst>
              </a:tr>
              <a:tr h="1979150">
                <a:tc>
                  <a:txBody>
                    <a:bodyPr/>
                    <a:lstStyle/>
                    <a:p>
                      <a:pPr marL="0" lvl="0" indent="0" algn="l" rtl="0">
                        <a:spcBef>
                          <a:spcPts val="0"/>
                        </a:spcBef>
                        <a:spcAft>
                          <a:spcPts val="0"/>
                        </a:spcAft>
                        <a:buNone/>
                      </a:pPr>
                      <a:r>
                        <a:rPr lang="en" sz="1200" b="1" dirty="0">
                          <a:solidFill>
                            <a:schemeClr val="dk1"/>
                          </a:solidFill>
                          <a:uFill>
                            <a:noFill/>
                          </a:uFill>
                          <a:latin typeface="Lexend Deca"/>
                          <a:ea typeface="Lexend Deca"/>
                          <a:cs typeface="Lexend Deca"/>
                          <a:sym typeface="Lexend Deca"/>
                        </a:rPr>
                        <a:t>British Airways (80 countries)</a:t>
                      </a:r>
                      <a:endParaRPr sz="1200" b="1" dirty="0">
                        <a:solidFill>
                          <a:schemeClr val="dk1"/>
                        </a:solidFill>
                        <a:latin typeface="Lexend Deca"/>
                        <a:ea typeface="Lexend Deca"/>
                        <a:cs typeface="Lexend Deca"/>
                        <a:sym typeface="Lexend Deca"/>
                      </a:endParaRPr>
                    </a:p>
                  </a:txBody>
                  <a:tcPr marL="91425" marR="91425" marT="0" marB="0" anchor="ctr">
                    <a:lnL w="19050" cap="flat" cmpd="sng">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solidFill>
                        <a:schemeClr val="accent5"/>
                      </a:solidFill>
                      <a:prstDash val="dash"/>
                      <a:round/>
                      <a:headEnd type="none" w="sm" len="sm"/>
                      <a:tailEnd type="none" w="sm" len="sm"/>
                    </a:lnB>
                    <a:solidFill>
                      <a:srgbClr val="FFFFFF">
                        <a:alpha val="34590"/>
                      </a:srgbClr>
                    </a:solidFill>
                  </a:tcPr>
                </a:tc>
                <a:tc>
                  <a:txBody>
                    <a:bodyPr/>
                    <a:lstStyle/>
                    <a:p>
                      <a:pPr marL="171450" marR="0" lvl="0" indent="-171450" algn="l" defTabSz="914400" rtl="0" eaLnBrk="1" fontAlgn="auto" latinLnBrk="0" hangingPunct="1">
                        <a:lnSpc>
                          <a:spcPct val="100000"/>
                        </a:lnSpc>
                        <a:spcBef>
                          <a:spcPts val="0"/>
                        </a:spcBef>
                        <a:spcAft>
                          <a:spcPts val="1400"/>
                        </a:spcAft>
                        <a:buClr>
                          <a:srgbClr val="000000"/>
                        </a:buClr>
                        <a:buSzTx/>
                        <a:buFont typeface="Arial" panose="020B0604020202020204" pitchFamily="34" charset="0"/>
                        <a:buChar char="•"/>
                        <a:tabLst/>
                        <a:defRPr/>
                      </a:pPr>
                      <a:r>
                        <a:rPr kumimoji="0" lang="en-US" sz="1100" b="0" i="0" u="none" strike="noStrike" kern="0" cap="none" spc="0" normalizeH="0" baseline="0" noProof="0" dirty="0">
                          <a:ln>
                            <a:noFill/>
                          </a:ln>
                          <a:solidFill>
                            <a:srgbClr val="13394F"/>
                          </a:solidFill>
                          <a:effectLst/>
                          <a:uLnTx/>
                          <a:uFillTx/>
                          <a:latin typeface="Lexend Deca"/>
                          <a:ea typeface="Lexend Deca"/>
                          <a:cs typeface="Lexend Deca"/>
                          <a:sym typeface="Lexend Deca"/>
                        </a:rPr>
                        <a:t>Lower customer scoring for value of money</a:t>
                      </a:r>
                    </a:p>
                    <a:p>
                      <a:pPr marL="171450" marR="0" lvl="0" indent="-171450" algn="l" defTabSz="914400" rtl="0" eaLnBrk="1" fontAlgn="auto" latinLnBrk="0" hangingPunct="1">
                        <a:lnSpc>
                          <a:spcPct val="100000"/>
                        </a:lnSpc>
                        <a:spcBef>
                          <a:spcPts val="0"/>
                        </a:spcBef>
                        <a:spcAft>
                          <a:spcPts val="1400"/>
                        </a:spcAft>
                        <a:buClr>
                          <a:srgbClr val="000000"/>
                        </a:buClr>
                        <a:buSzTx/>
                        <a:buFont typeface="Arial" panose="020B0604020202020204" pitchFamily="34" charset="0"/>
                        <a:buChar char="•"/>
                        <a:tabLst/>
                        <a:defRPr/>
                      </a:pPr>
                      <a:r>
                        <a:rPr kumimoji="0" lang="en-US" sz="1100" b="0" i="0" u="none" strike="noStrike" kern="0" cap="none" spc="0" normalizeH="0" baseline="0" noProof="0" dirty="0">
                          <a:ln>
                            <a:noFill/>
                          </a:ln>
                          <a:solidFill>
                            <a:srgbClr val="13394F"/>
                          </a:solidFill>
                          <a:effectLst/>
                          <a:uLnTx/>
                          <a:uFillTx/>
                          <a:latin typeface="Lexend Deca"/>
                          <a:ea typeface="Lexend Deca"/>
                          <a:cs typeface="Lexend Deca"/>
                          <a:sym typeface="Lexend Deca"/>
                        </a:rPr>
                        <a:t>Issues relating to flights punctuality, cancellations and route changing</a:t>
                      </a:r>
                    </a:p>
                    <a:p>
                      <a:pPr marL="171450" marR="0" lvl="0" indent="-171450" algn="l" defTabSz="914400" rtl="0" eaLnBrk="1" fontAlgn="auto" latinLnBrk="0" hangingPunct="1">
                        <a:lnSpc>
                          <a:spcPct val="100000"/>
                        </a:lnSpc>
                        <a:spcBef>
                          <a:spcPts val="0"/>
                        </a:spcBef>
                        <a:spcAft>
                          <a:spcPts val="1400"/>
                        </a:spcAft>
                        <a:buClr>
                          <a:srgbClr val="000000"/>
                        </a:buClr>
                        <a:buSzTx/>
                        <a:buFont typeface="Arial" panose="020B0604020202020204" pitchFamily="34" charset="0"/>
                        <a:buChar char="•"/>
                        <a:tabLst/>
                        <a:defRPr/>
                      </a:pPr>
                      <a:r>
                        <a:rPr kumimoji="0" lang="en-US" sz="1100" b="0" i="0" u="none" strike="noStrike" kern="0" cap="none" spc="0" normalizeH="0" baseline="0" noProof="0" dirty="0">
                          <a:ln>
                            <a:noFill/>
                          </a:ln>
                          <a:solidFill>
                            <a:srgbClr val="13394F"/>
                          </a:solidFill>
                          <a:effectLst/>
                          <a:uLnTx/>
                          <a:uFillTx/>
                          <a:latin typeface="Lexend Deca"/>
                          <a:ea typeface="Lexend Deca"/>
                          <a:cs typeface="Lexend Deca"/>
                          <a:sym typeface="Lexend Deca"/>
                        </a:rPr>
                        <a:t>Lesser seat comfort</a:t>
                      </a:r>
                    </a:p>
                    <a:p>
                      <a:pPr marL="171450" marR="0" lvl="0" indent="-171450" algn="l" defTabSz="914400" rtl="0" eaLnBrk="1" fontAlgn="auto" latinLnBrk="0" hangingPunct="1">
                        <a:lnSpc>
                          <a:spcPct val="100000"/>
                        </a:lnSpc>
                        <a:spcBef>
                          <a:spcPts val="0"/>
                        </a:spcBef>
                        <a:spcAft>
                          <a:spcPts val="1400"/>
                        </a:spcAft>
                        <a:buClr>
                          <a:srgbClr val="000000"/>
                        </a:buClr>
                        <a:buSzTx/>
                        <a:buFont typeface="Arial" panose="020B0604020202020204" pitchFamily="34" charset="0"/>
                        <a:buChar char="•"/>
                        <a:tabLst/>
                        <a:defRPr/>
                      </a:pPr>
                      <a:r>
                        <a:rPr kumimoji="0" lang="en-US" sz="1100" b="0" i="0" u="none" strike="noStrike" kern="0" cap="none" spc="0" normalizeH="0" baseline="0" noProof="0" dirty="0">
                          <a:ln>
                            <a:noFill/>
                          </a:ln>
                          <a:solidFill>
                            <a:srgbClr val="13394F"/>
                          </a:solidFill>
                          <a:effectLst/>
                          <a:uLnTx/>
                          <a:uFillTx/>
                          <a:latin typeface="Lexend Deca"/>
                          <a:ea typeface="Lexend Deca"/>
                          <a:cs typeface="Lexend Deca"/>
                          <a:sym typeface="Lexend Deca"/>
                        </a:rPr>
                        <a:t>Less and dull food and beverages selections</a:t>
                      </a:r>
                    </a:p>
                    <a:p>
                      <a:pPr marL="171450" marR="0" lvl="0" indent="-171450" algn="l" defTabSz="914400" rtl="0" eaLnBrk="1" fontAlgn="auto" latinLnBrk="0" hangingPunct="1">
                        <a:lnSpc>
                          <a:spcPct val="100000"/>
                        </a:lnSpc>
                        <a:spcBef>
                          <a:spcPts val="0"/>
                        </a:spcBef>
                        <a:spcAft>
                          <a:spcPts val="1400"/>
                        </a:spcAft>
                        <a:buClr>
                          <a:srgbClr val="000000"/>
                        </a:buClr>
                        <a:buSzTx/>
                        <a:buFont typeface="Arial" panose="020B0604020202020204" pitchFamily="34" charset="0"/>
                        <a:buChar char="•"/>
                        <a:tabLst/>
                        <a:defRPr/>
                      </a:pPr>
                      <a:r>
                        <a:rPr kumimoji="0" lang="en-US" sz="1100" b="0" i="0" u="none" strike="noStrike" kern="0" cap="none" spc="0" normalizeH="0" baseline="0" noProof="0" dirty="0">
                          <a:ln>
                            <a:noFill/>
                          </a:ln>
                          <a:solidFill>
                            <a:srgbClr val="13394F"/>
                          </a:solidFill>
                          <a:effectLst/>
                          <a:uLnTx/>
                          <a:uFillTx/>
                          <a:latin typeface="Lexend Deca"/>
                          <a:ea typeface="Lexend Deca"/>
                          <a:cs typeface="Lexend Deca"/>
                          <a:sym typeface="Lexend Deca"/>
                        </a:rPr>
                        <a:t>Average onboard service ​</a:t>
                      </a:r>
                    </a:p>
                  </a:txBody>
                  <a:tcPr marL="91425" marR="91425" marT="0" marB="0" anchor="ctr">
                    <a:lnL w="19050" cap="flat" cmpd="sng">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solidFill>
                        <a:schemeClr val="accent5"/>
                      </a:solidFill>
                      <a:prstDash val="dash"/>
                      <a:round/>
                      <a:headEnd type="none" w="sm" len="sm"/>
                      <a:tailEnd type="none" w="sm" len="sm"/>
                    </a:lnB>
                    <a:solidFill>
                      <a:srgbClr val="FFFFFF">
                        <a:alpha val="34590"/>
                      </a:srgb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173505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98">
          <a:extLst>
            <a:ext uri="{FF2B5EF4-FFF2-40B4-BE49-F238E27FC236}">
              <a16:creationId xmlns:a16="http://schemas.microsoft.com/office/drawing/2014/main" id="{3E885EFD-47C0-0DEE-7786-5725AAF22A6F}"/>
            </a:ext>
          </a:extLst>
        </p:cNvPr>
        <p:cNvGrpSpPr/>
        <p:nvPr/>
      </p:nvGrpSpPr>
      <p:grpSpPr>
        <a:xfrm>
          <a:off x="0" y="0"/>
          <a:ext cx="0" cy="0"/>
          <a:chOff x="0" y="0"/>
          <a:chExt cx="0" cy="0"/>
        </a:xfrm>
      </p:grpSpPr>
      <p:sp>
        <p:nvSpPr>
          <p:cNvPr id="3799" name="Google Shape;3799;p38">
            <a:extLst>
              <a:ext uri="{FF2B5EF4-FFF2-40B4-BE49-F238E27FC236}">
                <a16:creationId xmlns:a16="http://schemas.microsoft.com/office/drawing/2014/main" id="{C070CBD2-D98A-3C57-3916-C2952832B0A1}"/>
              </a:ext>
            </a:extLst>
          </p:cNvPr>
          <p:cNvSpPr txBox="1">
            <a:spLocks noGrp="1"/>
          </p:cNvSpPr>
          <p:nvPr>
            <p:ph type="title"/>
          </p:nvPr>
        </p:nvSpPr>
        <p:spPr>
          <a:xfrm>
            <a:off x="1714500" y="445025"/>
            <a:ext cx="5715000" cy="572700"/>
          </a:xfrm>
          <a:prstGeom prst="rect">
            <a:avLst/>
          </a:prstGeom>
        </p:spPr>
        <p:txBody>
          <a:bodyPr spcFirstLastPara="1" wrap="square" lIns="91425" tIns="91425" rIns="91425" bIns="91425" anchor="t" anchorCtr="0">
            <a:noAutofit/>
          </a:bodyPr>
          <a:lstStyle/>
          <a:p>
            <a:pPr lvl="0"/>
            <a:r>
              <a:rPr lang="en"/>
              <a:t>B.A S</a:t>
            </a:r>
            <a:r>
              <a:rPr lang="en-US"/>
              <a:t>t</a:t>
            </a:r>
            <a:r>
              <a:rPr lang="en"/>
              <a:t>rategic goals</a:t>
            </a:r>
            <a:endParaRPr/>
          </a:p>
        </p:txBody>
      </p:sp>
      <p:sp>
        <p:nvSpPr>
          <p:cNvPr id="3806" name="Google Shape;3806;p38">
            <a:extLst>
              <a:ext uri="{FF2B5EF4-FFF2-40B4-BE49-F238E27FC236}">
                <a16:creationId xmlns:a16="http://schemas.microsoft.com/office/drawing/2014/main" id="{B72E936C-C866-C59E-E213-A48FB0B0F335}"/>
              </a:ext>
            </a:extLst>
          </p:cNvPr>
          <p:cNvSpPr txBox="1">
            <a:spLocks noGrp="1"/>
          </p:cNvSpPr>
          <p:nvPr>
            <p:ph type="title" idx="7"/>
          </p:nvPr>
        </p:nvSpPr>
        <p:spPr>
          <a:xfrm>
            <a:off x="1505376" y="1437027"/>
            <a:ext cx="734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808" name="Google Shape;3808;p38">
            <a:extLst>
              <a:ext uri="{FF2B5EF4-FFF2-40B4-BE49-F238E27FC236}">
                <a16:creationId xmlns:a16="http://schemas.microsoft.com/office/drawing/2014/main" id="{D10BFB80-307E-F81A-2784-D3E688024173}"/>
              </a:ext>
            </a:extLst>
          </p:cNvPr>
          <p:cNvSpPr txBox="1">
            <a:spLocks noGrp="1"/>
          </p:cNvSpPr>
          <p:nvPr>
            <p:ph type="title" idx="9"/>
          </p:nvPr>
        </p:nvSpPr>
        <p:spPr>
          <a:xfrm>
            <a:off x="4204649" y="2840259"/>
            <a:ext cx="734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810" name="Google Shape;3810;p38">
            <a:extLst>
              <a:ext uri="{FF2B5EF4-FFF2-40B4-BE49-F238E27FC236}">
                <a16:creationId xmlns:a16="http://schemas.microsoft.com/office/drawing/2014/main" id="{28DE147E-B920-9C9D-54BF-846DB224ED84}"/>
              </a:ext>
            </a:extLst>
          </p:cNvPr>
          <p:cNvSpPr txBox="1">
            <a:spLocks noGrp="1"/>
          </p:cNvSpPr>
          <p:nvPr>
            <p:ph type="title" idx="14"/>
          </p:nvPr>
        </p:nvSpPr>
        <p:spPr>
          <a:xfrm>
            <a:off x="6648822" y="1442492"/>
            <a:ext cx="734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812" name="Google Shape;3812;p38">
            <a:extLst>
              <a:ext uri="{FF2B5EF4-FFF2-40B4-BE49-F238E27FC236}">
                <a16:creationId xmlns:a16="http://schemas.microsoft.com/office/drawing/2014/main" id="{D6CEA1E0-6A15-4D4D-3808-4F38D5E94659}"/>
              </a:ext>
            </a:extLst>
          </p:cNvPr>
          <p:cNvSpPr txBox="1">
            <a:spLocks noGrp="1"/>
          </p:cNvSpPr>
          <p:nvPr>
            <p:ph type="subTitle" idx="16"/>
          </p:nvPr>
        </p:nvSpPr>
        <p:spPr>
          <a:xfrm>
            <a:off x="308496" y="2009727"/>
            <a:ext cx="3288144" cy="91860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Enhancing operational performance &amp; punctuality</a:t>
            </a:r>
            <a:endParaRPr/>
          </a:p>
        </p:txBody>
      </p:sp>
      <p:sp>
        <p:nvSpPr>
          <p:cNvPr id="3813" name="Google Shape;3813;p38">
            <a:extLst>
              <a:ext uri="{FF2B5EF4-FFF2-40B4-BE49-F238E27FC236}">
                <a16:creationId xmlns:a16="http://schemas.microsoft.com/office/drawing/2014/main" id="{15033E75-E335-46A1-7F13-B706D27C093B}"/>
              </a:ext>
            </a:extLst>
          </p:cNvPr>
          <p:cNvSpPr txBox="1">
            <a:spLocks noGrp="1"/>
          </p:cNvSpPr>
          <p:nvPr>
            <p:ph type="subTitle" idx="17"/>
          </p:nvPr>
        </p:nvSpPr>
        <p:spPr>
          <a:xfrm>
            <a:off x="2826230" y="3461936"/>
            <a:ext cx="3491539" cy="87796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Heavy investments in ai, machine learning &amp; data science</a:t>
            </a:r>
            <a:endParaRPr/>
          </a:p>
        </p:txBody>
      </p:sp>
      <p:sp>
        <p:nvSpPr>
          <p:cNvPr id="3814" name="Google Shape;3814;p38">
            <a:extLst>
              <a:ext uri="{FF2B5EF4-FFF2-40B4-BE49-F238E27FC236}">
                <a16:creationId xmlns:a16="http://schemas.microsoft.com/office/drawing/2014/main" id="{80EDD7AA-B43B-03C9-109D-197F5DAB8E67}"/>
              </a:ext>
            </a:extLst>
          </p:cNvPr>
          <p:cNvSpPr txBox="1">
            <a:spLocks noGrp="1"/>
          </p:cNvSpPr>
          <p:nvPr>
            <p:ph type="subTitle" idx="18"/>
          </p:nvPr>
        </p:nvSpPr>
        <p:spPr>
          <a:xfrm>
            <a:off x="5608320" y="1723377"/>
            <a:ext cx="2815704" cy="119353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Improving customer experience through tech</a:t>
            </a:r>
            <a:endParaRPr/>
          </a:p>
        </p:txBody>
      </p:sp>
    </p:spTree>
    <p:extLst>
      <p:ext uri="{BB962C8B-B14F-4D97-AF65-F5344CB8AC3E}">
        <p14:creationId xmlns:p14="http://schemas.microsoft.com/office/powerpoint/2010/main" val="907778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68"/>
        <p:cNvGrpSpPr/>
        <p:nvPr/>
      </p:nvGrpSpPr>
      <p:grpSpPr>
        <a:xfrm>
          <a:off x="0" y="0"/>
          <a:ext cx="0" cy="0"/>
          <a:chOff x="0" y="0"/>
          <a:chExt cx="0" cy="0"/>
        </a:xfrm>
      </p:grpSpPr>
      <p:sp>
        <p:nvSpPr>
          <p:cNvPr id="4869" name="Google Shape;4869;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t>
            </a:r>
            <a:r>
              <a:rPr lang="en-US"/>
              <a:t>r</a:t>
            </a:r>
            <a:r>
              <a:rPr lang="en"/>
              <a:t>oblem dESCRIPTION</a:t>
            </a:r>
            <a:endParaRPr/>
          </a:p>
        </p:txBody>
      </p:sp>
      <p:sp>
        <p:nvSpPr>
          <p:cNvPr id="4870" name="Google Shape;4870;p45"/>
          <p:cNvSpPr txBox="1">
            <a:spLocks noGrp="1"/>
          </p:cNvSpPr>
          <p:nvPr>
            <p:ph type="subTitle" idx="1"/>
          </p:nvPr>
        </p:nvSpPr>
        <p:spPr>
          <a:xfrm>
            <a:off x="1834590" y="3219277"/>
            <a:ext cx="7362750" cy="1356425"/>
          </a:xfrm>
          <a:prstGeom prst="rect">
            <a:avLst/>
          </a:prstGeom>
        </p:spPr>
        <p:txBody>
          <a:bodyPr spcFirstLastPara="1" wrap="square" lIns="91425" tIns="91425" rIns="91425" bIns="91425" anchor="t" anchorCtr="0">
            <a:noAutofit/>
          </a:bodyPr>
          <a:lstStyle/>
          <a:p>
            <a:pPr marL="285750" indent="-285750" algn="l">
              <a:lnSpc>
                <a:spcPct val="150000"/>
              </a:lnSpc>
              <a:buFont typeface="Arial" panose="020B0604020202020204" pitchFamily="34" charset="0"/>
              <a:buChar char="•"/>
            </a:pPr>
            <a:r>
              <a:rPr lang="en-US" dirty="0"/>
              <a:t>Customers ranked Disruptions &amp; Delays as their 2nd priority (UK CAA survey)</a:t>
            </a:r>
          </a:p>
          <a:p>
            <a:pPr marL="285750" lvl="0" indent="-285750" algn="l" rtl="0">
              <a:lnSpc>
                <a:spcPct val="150000"/>
              </a:lnSpc>
              <a:spcBef>
                <a:spcPts val="0"/>
              </a:spcBef>
              <a:spcAft>
                <a:spcPts val="0"/>
              </a:spcAft>
              <a:buFont typeface="Arial" panose="020B0604020202020204" pitchFamily="34" charset="0"/>
              <a:buChar char="•"/>
            </a:pPr>
            <a:r>
              <a:rPr lang="en-US" dirty="0"/>
              <a:t>40% of passengers reported disruptions or delays</a:t>
            </a:r>
          </a:p>
          <a:p>
            <a:pPr marL="285750" lvl="0" indent="-285750" algn="l" rtl="0">
              <a:lnSpc>
                <a:spcPct val="150000"/>
              </a:lnSpc>
              <a:spcBef>
                <a:spcPts val="0"/>
              </a:spcBef>
              <a:spcAft>
                <a:spcPts val="0"/>
              </a:spcAft>
              <a:buFont typeface="Arial" panose="020B0604020202020204" pitchFamily="34" charset="0"/>
              <a:buChar char="•"/>
            </a:pPr>
            <a:r>
              <a:rPr lang="en-US" dirty="0"/>
              <a:t>70% of those would not recommend British Airways</a:t>
            </a:r>
          </a:p>
        </p:txBody>
      </p:sp>
      <p:sp>
        <p:nvSpPr>
          <p:cNvPr id="4871" name="Google Shape;4871;p45"/>
          <p:cNvSpPr txBox="1">
            <a:spLocks noGrp="1"/>
          </p:cNvSpPr>
          <p:nvPr>
            <p:ph type="subTitle" idx="2"/>
          </p:nvPr>
        </p:nvSpPr>
        <p:spPr>
          <a:xfrm>
            <a:off x="1834496" y="1788018"/>
            <a:ext cx="6943744" cy="1209251"/>
          </a:xfrm>
          <a:prstGeom prst="rect">
            <a:avLst/>
          </a:prstGeom>
        </p:spPr>
        <p:txBody>
          <a:bodyPr spcFirstLastPara="1" wrap="square" lIns="91425" tIns="91425" rIns="91425" bIns="91425" anchor="t" anchorCtr="0">
            <a:noAutofit/>
          </a:bodyPr>
          <a:lstStyle/>
          <a:p>
            <a:pPr marL="285750" indent="-285750">
              <a:lnSpc>
                <a:spcPct val="150000"/>
              </a:lnSpc>
              <a:buFont typeface="Arial" panose="020B0604020202020204" pitchFamily="34" charset="0"/>
              <a:buChar char="•"/>
            </a:pPr>
            <a:r>
              <a:rPr lang="en-US" dirty="0"/>
              <a:t>Customers ranked value for money as their top priority (UK CAA survey)</a:t>
            </a:r>
          </a:p>
          <a:p>
            <a:pPr marL="285750" indent="-285750">
              <a:lnSpc>
                <a:spcPct val="150000"/>
              </a:lnSpc>
              <a:buFont typeface="Arial" panose="020B0604020202020204" pitchFamily="34" charset="0"/>
              <a:buChar char="•"/>
            </a:pPr>
            <a:r>
              <a:rPr lang="en-US" dirty="0"/>
              <a:t>British Airways received average ratings</a:t>
            </a:r>
            <a:endParaRPr dirty="0"/>
          </a:p>
        </p:txBody>
      </p:sp>
      <p:sp>
        <p:nvSpPr>
          <p:cNvPr id="4872" name="Google Shape;4872;p45"/>
          <p:cNvSpPr txBox="1">
            <a:spLocks noGrp="1"/>
          </p:cNvSpPr>
          <p:nvPr>
            <p:ph type="subTitle" idx="3"/>
          </p:nvPr>
        </p:nvSpPr>
        <p:spPr>
          <a:xfrm>
            <a:off x="1834496" y="1364337"/>
            <a:ext cx="4318800" cy="55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VALUE FOR MONEY</a:t>
            </a:r>
            <a:endParaRPr dirty="0"/>
          </a:p>
        </p:txBody>
      </p:sp>
      <p:sp>
        <p:nvSpPr>
          <p:cNvPr id="4873" name="Google Shape;4873;p45"/>
          <p:cNvSpPr txBox="1">
            <a:spLocks noGrp="1"/>
          </p:cNvSpPr>
          <p:nvPr>
            <p:ph type="subTitle" idx="4"/>
          </p:nvPr>
        </p:nvSpPr>
        <p:spPr>
          <a:xfrm>
            <a:off x="60960" y="2883189"/>
            <a:ext cx="4318800" cy="5589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Disruptions and delays</a:t>
            </a:r>
            <a:endParaRPr dirty="0"/>
          </a:p>
        </p:txBody>
      </p:sp>
      <p:sp>
        <p:nvSpPr>
          <p:cNvPr id="4874" name="Google Shape;4874;p45"/>
          <p:cNvSpPr/>
          <p:nvPr/>
        </p:nvSpPr>
        <p:spPr>
          <a:xfrm>
            <a:off x="720000" y="1502549"/>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45"/>
          <p:cNvSpPr/>
          <p:nvPr/>
        </p:nvSpPr>
        <p:spPr>
          <a:xfrm>
            <a:off x="720000" y="3111252"/>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 name="Google Shape;11845;p85">
            <a:extLst>
              <a:ext uri="{FF2B5EF4-FFF2-40B4-BE49-F238E27FC236}">
                <a16:creationId xmlns:a16="http://schemas.microsoft.com/office/drawing/2014/main" id="{408D71EC-AC41-56CB-C6CA-A9FAC05D7796}"/>
              </a:ext>
            </a:extLst>
          </p:cNvPr>
          <p:cNvGrpSpPr/>
          <p:nvPr/>
        </p:nvGrpSpPr>
        <p:grpSpPr>
          <a:xfrm>
            <a:off x="970175" y="3365429"/>
            <a:ext cx="461749" cy="453746"/>
            <a:chOff x="-60991775" y="3376900"/>
            <a:chExt cx="315850" cy="311150"/>
          </a:xfrm>
          <a:solidFill>
            <a:schemeClr val="tx1"/>
          </a:solidFill>
        </p:grpSpPr>
        <p:sp>
          <p:nvSpPr>
            <p:cNvPr id="4" name="Google Shape;11846;p85">
              <a:extLst>
                <a:ext uri="{FF2B5EF4-FFF2-40B4-BE49-F238E27FC236}">
                  <a16:creationId xmlns:a16="http://schemas.microsoft.com/office/drawing/2014/main" id="{61329C7A-06E1-C58E-84EE-1C981A74DDBB}"/>
                </a:ext>
              </a:extLst>
            </p:cNvPr>
            <p:cNvSpPr/>
            <p:nvPr/>
          </p:nvSpPr>
          <p:spPr>
            <a:xfrm>
              <a:off x="-60991000" y="3376900"/>
              <a:ext cx="315075" cy="311150"/>
            </a:xfrm>
            <a:custGeom>
              <a:avLst/>
              <a:gdLst/>
              <a:ahLst/>
              <a:cxnLst/>
              <a:rect l="l" t="t" r="r" b="b"/>
              <a:pathLst>
                <a:path w="12603" h="12446" extrusionOk="0">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1847;p85">
              <a:extLst>
                <a:ext uri="{FF2B5EF4-FFF2-40B4-BE49-F238E27FC236}">
                  <a16:creationId xmlns:a16="http://schemas.microsoft.com/office/drawing/2014/main" id="{12B97AB0-C5A5-9F6B-9DE1-0C8B4ED9ABB7}"/>
                </a:ext>
              </a:extLst>
            </p:cNvPr>
            <p:cNvSpPr/>
            <p:nvPr/>
          </p:nvSpPr>
          <p:spPr>
            <a:xfrm>
              <a:off x="-60991775" y="3404275"/>
              <a:ext cx="174875" cy="89250"/>
            </a:xfrm>
            <a:custGeom>
              <a:avLst/>
              <a:gdLst/>
              <a:ahLst/>
              <a:cxnLst/>
              <a:rect l="l" t="t" r="r" b="b"/>
              <a:pathLst>
                <a:path w="6995" h="3570" extrusionOk="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1848;p85">
              <a:extLst>
                <a:ext uri="{FF2B5EF4-FFF2-40B4-BE49-F238E27FC236}">
                  <a16:creationId xmlns:a16="http://schemas.microsoft.com/office/drawing/2014/main" id="{A8258F2F-419A-61DC-8912-317E338BEE77}"/>
                </a:ext>
              </a:extLst>
            </p:cNvPr>
            <p:cNvSpPr/>
            <p:nvPr/>
          </p:nvSpPr>
          <p:spPr>
            <a:xfrm>
              <a:off x="-60795650" y="3513975"/>
              <a:ext cx="89000" cy="173300"/>
            </a:xfrm>
            <a:custGeom>
              <a:avLst/>
              <a:gdLst/>
              <a:ahLst/>
              <a:cxnLst/>
              <a:rect l="l" t="t" r="r" b="b"/>
              <a:pathLst>
                <a:path w="3560" h="6932" extrusionOk="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 name="Google Shape;11876;p85">
            <a:extLst>
              <a:ext uri="{FF2B5EF4-FFF2-40B4-BE49-F238E27FC236}">
                <a16:creationId xmlns:a16="http://schemas.microsoft.com/office/drawing/2014/main" id="{CF792F95-6970-750D-E447-AAA651E43C55}"/>
              </a:ext>
            </a:extLst>
          </p:cNvPr>
          <p:cNvGrpSpPr/>
          <p:nvPr/>
        </p:nvGrpSpPr>
        <p:grpSpPr>
          <a:xfrm>
            <a:off x="928768" y="1749918"/>
            <a:ext cx="544563" cy="467362"/>
            <a:chOff x="-62511900" y="4129100"/>
            <a:chExt cx="304050" cy="282000"/>
          </a:xfrm>
          <a:solidFill>
            <a:schemeClr val="tx1"/>
          </a:solidFill>
        </p:grpSpPr>
        <p:sp>
          <p:nvSpPr>
            <p:cNvPr id="8" name="Google Shape;11877;p85">
              <a:extLst>
                <a:ext uri="{FF2B5EF4-FFF2-40B4-BE49-F238E27FC236}">
                  <a16:creationId xmlns:a16="http://schemas.microsoft.com/office/drawing/2014/main" id="{A56A2BA3-D496-A09E-771E-1056B8DA54D6}"/>
                </a:ext>
              </a:extLst>
            </p:cNvPr>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878;p85">
              <a:extLst>
                <a:ext uri="{FF2B5EF4-FFF2-40B4-BE49-F238E27FC236}">
                  <a16:creationId xmlns:a16="http://schemas.microsoft.com/office/drawing/2014/main" id="{21708C34-DBED-AC5C-8387-72992A02A3D2}"/>
                </a:ext>
              </a:extLst>
            </p:cNvPr>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879;p85">
              <a:extLst>
                <a:ext uri="{FF2B5EF4-FFF2-40B4-BE49-F238E27FC236}">
                  <a16:creationId xmlns:a16="http://schemas.microsoft.com/office/drawing/2014/main" id="{F10ADBB3-2ACD-D567-A91C-DFFF8BD32954}"/>
                </a:ext>
              </a:extLst>
            </p:cNvPr>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880;p85">
              <a:extLst>
                <a:ext uri="{FF2B5EF4-FFF2-40B4-BE49-F238E27FC236}">
                  <a16:creationId xmlns:a16="http://schemas.microsoft.com/office/drawing/2014/main" id="{A9BD98B6-2CAF-DC69-DFE7-4922E98D65DD}"/>
                </a:ext>
              </a:extLst>
            </p:cNvPr>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881;p85">
              <a:extLst>
                <a:ext uri="{FF2B5EF4-FFF2-40B4-BE49-F238E27FC236}">
                  <a16:creationId xmlns:a16="http://schemas.microsoft.com/office/drawing/2014/main" id="{C273DF86-8070-D950-FB23-D806E04CBA17}"/>
                </a:ext>
              </a:extLst>
            </p:cNvPr>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15">
          <a:extLst>
            <a:ext uri="{FF2B5EF4-FFF2-40B4-BE49-F238E27FC236}">
              <a16:creationId xmlns:a16="http://schemas.microsoft.com/office/drawing/2014/main" id="{454E9132-9943-E73C-F432-D19AF09C613E}"/>
            </a:ext>
          </a:extLst>
        </p:cNvPr>
        <p:cNvGrpSpPr/>
        <p:nvPr/>
      </p:nvGrpSpPr>
      <p:grpSpPr>
        <a:xfrm>
          <a:off x="0" y="0"/>
          <a:ext cx="0" cy="0"/>
          <a:chOff x="0" y="0"/>
          <a:chExt cx="0" cy="0"/>
        </a:xfrm>
      </p:grpSpPr>
      <p:sp>
        <p:nvSpPr>
          <p:cNvPr id="19" name="Google Shape;6217;p56">
            <a:extLst>
              <a:ext uri="{FF2B5EF4-FFF2-40B4-BE49-F238E27FC236}">
                <a16:creationId xmlns:a16="http://schemas.microsoft.com/office/drawing/2014/main" id="{E231BFB3-536D-F60A-6960-046A57AB0668}"/>
              </a:ext>
            </a:extLst>
          </p:cNvPr>
          <p:cNvSpPr/>
          <p:nvPr/>
        </p:nvSpPr>
        <p:spPr>
          <a:xfrm>
            <a:off x="1139099" y="3083559"/>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218;p56">
            <a:extLst>
              <a:ext uri="{FF2B5EF4-FFF2-40B4-BE49-F238E27FC236}">
                <a16:creationId xmlns:a16="http://schemas.microsoft.com/office/drawing/2014/main" id="{945D8BC5-C045-34C9-41E3-A640EB6DDD03}"/>
              </a:ext>
            </a:extLst>
          </p:cNvPr>
          <p:cNvSpPr/>
          <p:nvPr/>
        </p:nvSpPr>
        <p:spPr>
          <a:xfrm>
            <a:off x="3104425" y="3083559"/>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219;p56">
            <a:extLst>
              <a:ext uri="{FF2B5EF4-FFF2-40B4-BE49-F238E27FC236}">
                <a16:creationId xmlns:a16="http://schemas.microsoft.com/office/drawing/2014/main" id="{16C8AD62-94CA-E5FC-52E0-8583E222615E}"/>
              </a:ext>
            </a:extLst>
          </p:cNvPr>
          <p:cNvSpPr/>
          <p:nvPr/>
        </p:nvSpPr>
        <p:spPr>
          <a:xfrm>
            <a:off x="5069750" y="3083559"/>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220;p56">
            <a:extLst>
              <a:ext uri="{FF2B5EF4-FFF2-40B4-BE49-F238E27FC236}">
                <a16:creationId xmlns:a16="http://schemas.microsoft.com/office/drawing/2014/main" id="{A10A4F7C-7DCB-EE1D-D550-DCF9FB4B5C8A}"/>
              </a:ext>
            </a:extLst>
          </p:cNvPr>
          <p:cNvSpPr/>
          <p:nvPr/>
        </p:nvSpPr>
        <p:spPr>
          <a:xfrm>
            <a:off x="7035075" y="3083559"/>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6" name="Google Shape;6216;p56">
            <a:extLst>
              <a:ext uri="{FF2B5EF4-FFF2-40B4-BE49-F238E27FC236}">
                <a16:creationId xmlns:a16="http://schemas.microsoft.com/office/drawing/2014/main" id="{AE29DA93-6C0D-9782-8CFA-645483BA599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HOW EVERYTHING CONNETS</a:t>
            </a:r>
            <a:endParaRPr dirty="0"/>
          </a:p>
        </p:txBody>
      </p:sp>
      <p:sp>
        <p:nvSpPr>
          <p:cNvPr id="6217" name="Google Shape;6217;p56">
            <a:extLst>
              <a:ext uri="{FF2B5EF4-FFF2-40B4-BE49-F238E27FC236}">
                <a16:creationId xmlns:a16="http://schemas.microsoft.com/office/drawing/2014/main" id="{C2DEAFBC-2A14-8308-43DF-176DB2E5AC91}"/>
              </a:ext>
            </a:extLst>
          </p:cNvPr>
          <p:cNvSpPr/>
          <p:nvPr/>
        </p:nvSpPr>
        <p:spPr>
          <a:xfrm>
            <a:off x="1135200" y="1387415"/>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8" name="Google Shape;6218;p56">
            <a:extLst>
              <a:ext uri="{FF2B5EF4-FFF2-40B4-BE49-F238E27FC236}">
                <a16:creationId xmlns:a16="http://schemas.microsoft.com/office/drawing/2014/main" id="{FBA042D4-4362-09FA-2072-BF8CB9DA3729}"/>
              </a:ext>
            </a:extLst>
          </p:cNvPr>
          <p:cNvSpPr/>
          <p:nvPr/>
        </p:nvSpPr>
        <p:spPr>
          <a:xfrm>
            <a:off x="3100526" y="1387415"/>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9" name="Google Shape;6219;p56">
            <a:extLst>
              <a:ext uri="{FF2B5EF4-FFF2-40B4-BE49-F238E27FC236}">
                <a16:creationId xmlns:a16="http://schemas.microsoft.com/office/drawing/2014/main" id="{B9C35CC3-F76B-2A82-6432-611370BFB9C9}"/>
              </a:ext>
            </a:extLst>
          </p:cNvPr>
          <p:cNvSpPr/>
          <p:nvPr/>
        </p:nvSpPr>
        <p:spPr>
          <a:xfrm>
            <a:off x="5065851" y="1387415"/>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0" name="Google Shape;6220;p56">
            <a:extLst>
              <a:ext uri="{FF2B5EF4-FFF2-40B4-BE49-F238E27FC236}">
                <a16:creationId xmlns:a16="http://schemas.microsoft.com/office/drawing/2014/main" id="{164FB69C-4F76-F020-2814-12F8AB4C5E66}"/>
              </a:ext>
            </a:extLst>
          </p:cNvPr>
          <p:cNvSpPr/>
          <p:nvPr/>
        </p:nvSpPr>
        <p:spPr>
          <a:xfrm>
            <a:off x="7031176" y="1387415"/>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1" name="Google Shape;6221;p56">
            <a:extLst>
              <a:ext uri="{FF2B5EF4-FFF2-40B4-BE49-F238E27FC236}">
                <a16:creationId xmlns:a16="http://schemas.microsoft.com/office/drawing/2014/main" id="{D7BCA729-9A4B-0E03-FA33-2E708B2BC207}"/>
              </a:ext>
            </a:extLst>
          </p:cNvPr>
          <p:cNvSpPr txBox="1"/>
          <p:nvPr/>
        </p:nvSpPr>
        <p:spPr>
          <a:xfrm>
            <a:off x="6656326" y="1684305"/>
            <a:ext cx="1711800" cy="8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rgbClr val="13394F"/>
                </a:solidFill>
                <a:latin typeface="Lexend Deca"/>
                <a:ea typeface="Lexend Deca"/>
                <a:cs typeface="Lexend Deca"/>
                <a:sym typeface="Lexend Deca"/>
              </a:rPr>
              <a:t>Comparison</a:t>
            </a:r>
            <a:endParaRPr sz="1200" dirty="0">
              <a:solidFill>
                <a:srgbClr val="13394F"/>
              </a:solidFill>
              <a:latin typeface="Lexend Deca"/>
              <a:ea typeface="Lexend Deca"/>
              <a:cs typeface="Lexend Deca"/>
              <a:sym typeface="Lexend Deca"/>
            </a:endParaRPr>
          </a:p>
        </p:txBody>
      </p:sp>
      <p:sp>
        <p:nvSpPr>
          <p:cNvPr id="6222" name="Google Shape;6222;p56">
            <a:extLst>
              <a:ext uri="{FF2B5EF4-FFF2-40B4-BE49-F238E27FC236}">
                <a16:creationId xmlns:a16="http://schemas.microsoft.com/office/drawing/2014/main" id="{59D1A201-23D5-A7EA-EC42-9DD05DF30490}"/>
              </a:ext>
            </a:extLst>
          </p:cNvPr>
          <p:cNvSpPr txBox="1"/>
          <p:nvPr/>
        </p:nvSpPr>
        <p:spPr>
          <a:xfrm>
            <a:off x="1067646" y="1608059"/>
            <a:ext cx="1097083" cy="8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rgbClr val="13394F"/>
                </a:solidFill>
                <a:latin typeface="Lexend Deca"/>
                <a:ea typeface="Lexend Deca"/>
                <a:cs typeface="Lexend Deca"/>
                <a:sym typeface="Lexend Deca"/>
              </a:rPr>
              <a:t>M</a:t>
            </a:r>
            <a:r>
              <a:rPr lang="en" sz="1200" dirty="0">
                <a:solidFill>
                  <a:srgbClr val="13394F"/>
                </a:solidFill>
                <a:latin typeface="Lexend Deca"/>
                <a:ea typeface="Lexend Deca"/>
                <a:cs typeface="Lexend Deca"/>
                <a:sym typeface="Lexend Deca"/>
              </a:rPr>
              <a:t>issing data</a:t>
            </a:r>
            <a:endParaRPr sz="1200" dirty="0">
              <a:solidFill>
                <a:srgbClr val="13394F"/>
              </a:solidFill>
              <a:latin typeface="Lexend Deca"/>
              <a:ea typeface="Lexend Deca"/>
              <a:cs typeface="Lexend Deca"/>
              <a:sym typeface="Lexend Deca"/>
            </a:endParaRPr>
          </a:p>
        </p:txBody>
      </p:sp>
      <p:sp>
        <p:nvSpPr>
          <p:cNvPr id="6223" name="Google Shape;6223;p56">
            <a:extLst>
              <a:ext uri="{FF2B5EF4-FFF2-40B4-BE49-F238E27FC236}">
                <a16:creationId xmlns:a16="http://schemas.microsoft.com/office/drawing/2014/main" id="{CC720EF0-E121-583F-F535-200755CD189B}"/>
              </a:ext>
            </a:extLst>
          </p:cNvPr>
          <p:cNvSpPr txBox="1"/>
          <p:nvPr/>
        </p:nvSpPr>
        <p:spPr>
          <a:xfrm>
            <a:off x="2834116" y="1641049"/>
            <a:ext cx="1484276" cy="8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rgbClr val="13394F"/>
                </a:solidFill>
                <a:latin typeface="Lexend Deca"/>
                <a:ea typeface="Lexend Deca"/>
                <a:cs typeface="Lexend Deca"/>
                <a:sym typeface="Lexend Deca"/>
              </a:rPr>
              <a:t>Categorized flights</a:t>
            </a:r>
            <a:endParaRPr sz="1200" dirty="0">
              <a:solidFill>
                <a:srgbClr val="13394F"/>
              </a:solidFill>
              <a:latin typeface="Lexend Deca"/>
              <a:ea typeface="Lexend Deca"/>
              <a:cs typeface="Lexend Deca"/>
              <a:sym typeface="Lexend Deca"/>
            </a:endParaRPr>
          </a:p>
        </p:txBody>
      </p:sp>
      <p:sp>
        <p:nvSpPr>
          <p:cNvPr id="6227" name="Google Shape;6227;p56">
            <a:extLst>
              <a:ext uri="{FF2B5EF4-FFF2-40B4-BE49-F238E27FC236}">
                <a16:creationId xmlns:a16="http://schemas.microsoft.com/office/drawing/2014/main" id="{4C3E7891-583B-39BF-1EF8-662E1FFCD608}"/>
              </a:ext>
            </a:extLst>
          </p:cNvPr>
          <p:cNvSpPr txBox="1"/>
          <p:nvPr/>
        </p:nvSpPr>
        <p:spPr>
          <a:xfrm>
            <a:off x="4687102" y="1681903"/>
            <a:ext cx="1711800" cy="8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rgbClr val="13394F"/>
                </a:solidFill>
                <a:latin typeface="Lexend Deca"/>
                <a:ea typeface="Lexend Deca"/>
                <a:cs typeface="Lexend Deca"/>
                <a:sym typeface="Lexend Deca"/>
              </a:rPr>
              <a:t>Ranked</a:t>
            </a:r>
            <a:endParaRPr sz="1200" dirty="0">
              <a:solidFill>
                <a:srgbClr val="13394F"/>
              </a:solidFill>
              <a:latin typeface="Lexend Deca"/>
              <a:ea typeface="Lexend Deca"/>
              <a:cs typeface="Lexend Deca"/>
              <a:sym typeface="Lexend Deca"/>
            </a:endParaRPr>
          </a:p>
        </p:txBody>
      </p:sp>
      <p:cxnSp>
        <p:nvCxnSpPr>
          <p:cNvPr id="6229" name="Google Shape;6229;p56">
            <a:extLst>
              <a:ext uri="{FF2B5EF4-FFF2-40B4-BE49-F238E27FC236}">
                <a16:creationId xmlns:a16="http://schemas.microsoft.com/office/drawing/2014/main" id="{ECF71639-059C-45C9-59B9-033A999C060E}"/>
              </a:ext>
            </a:extLst>
          </p:cNvPr>
          <p:cNvCxnSpPr>
            <a:stCxn id="6217" idx="1"/>
          </p:cNvCxnSpPr>
          <p:nvPr/>
        </p:nvCxnSpPr>
        <p:spPr>
          <a:xfrm flipH="1">
            <a:off x="720000" y="1868465"/>
            <a:ext cx="415200" cy="383100"/>
          </a:xfrm>
          <a:prstGeom prst="curvedConnector3">
            <a:avLst>
              <a:gd name="adj1" fmla="val 50000"/>
            </a:avLst>
          </a:prstGeom>
          <a:noFill/>
          <a:ln w="19050" cap="flat" cmpd="sng">
            <a:solidFill>
              <a:schemeClr val="dk1"/>
            </a:solidFill>
            <a:prstDash val="dash"/>
            <a:round/>
            <a:headEnd type="none" w="med" len="med"/>
            <a:tailEnd type="none" w="med" len="med"/>
          </a:ln>
        </p:spPr>
      </p:cxnSp>
      <p:cxnSp>
        <p:nvCxnSpPr>
          <p:cNvPr id="6230" name="Google Shape;6230;p56">
            <a:extLst>
              <a:ext uri="{FF2B5EF4-FFF2-40B4-BE49-F238E27FC236}">
                <a16:creationId xmlns:a16="http://schemas.microsoft.com/office/drawing/2014/main" id="{963EB806-AD86-1F26-5B68-DA49DC4064B3}"/>
              </a:ext>
            </a:extLst>
          </p:cNvPr>
          <p:cNvCxnSpPr>
            <a:stCxn id="6217" idx="3"/>
            <a:endCxn id="6218" idx="2"/>
          </p:cNvCxnSpPr>
          <p:nvPr/>
        </p:nvCxnSpPr>
        <p:spPr>
          <a:xfrm>
            <a:off x="2097300" y="1868465"/>
            <a:ext cx="1484400" cy="481200"/>
          </a:xfrm>
          <a:prstGeom prst="curvedConnector4">
            <a:avLst>
              <a:gd name="adj1" fmla="val 33792"/>
              <a:gd name="adj2" fmla="val 149454"/>
            </a:avLst>
          </a:prstGeom>
          <a:noFill/>
          <a:ln w="19050" cap="flat" cmpd="sng">
            <a:solidFill>
              <a:schemeClr val="dk1"/>
            </a:solidFill>
            <a:prstDash val="dash"/>
            <a:round/>
            <a:headEnd type="none" w="med" len="med"/>
            <a:tailEnd type="none" w="med" len="med"/>
          </a:ln>
        </p:spPr>
      </p:cxnSp>
      <p:cxnSp>
        <p:nvCxnSpPr>
          <p:cNvPr id="6231" name="Google Shape;6231;p56">
            <a:extLst>
              <a:ext uri="{FF2B5EF4-FFF2-40B4-BE49-F238E27FC236}">
                <a16:creationId xmlns:a16="http://schemas.microsoft.com/office/drawing/2014/main" id="{4DF06FDC-C79A-66D5-A3BB-F44C8A81A1D6}"/>
              </a:ext>
            </a:extLst>
          </p:cNvPr>
          <p:cNvCxnSpPr>
            <a:stCxn id="6218" idx="3"/>
            <a:endCxn id="6219" idx="0"/>
          </p:cNvCxnSpPr>
          <p:nvPr/>
        </p:nvCxnSpPr>
        <p:spPr>
          <a:xfrm rot="10800000" flipH="1">
            <a:off x="4062626" y="1387265"/>
            <a:ext cx="1484400" cy="481200"/>
          </a:xfrm>
          <a:prstGeom prst="curvedConnector4">
            <a:avLst>
              <a:gd name="adj1" fmla="val 33792"/>
              <a:gd name="adj2" fmla="val 149454"/>
            </a:avLst>
          </a:prstGeom>
          <a:noFill/>
          <a:ln w="19050" cap="flat" cmpd="sng">
            <a:solidFill>
              <a:schemeClr val="dk1"/>
            </a:solidFill>
            <a:prstDash val="dash"/>
            <a:round/>
            <a:headEnd type="none" w="med" len="med"/>
            <a:tailEnd type="none" w="med" len="med"/>
          </a:ln>
        </p:spPr>
      </p:cxnSp>
      <p:cxnSp>
        <p:nvCxnSpPr>
          <p:cNvPr id="6232" name="Google Shape;6232;p56">
            <a:extLst>
              <a:ext uri="{FF2B5EF4-FFF2-40B4-BE49-F238E27FC236}">
                <a16:creationId xmlns:a16="http://schemas.microsoft.com/office/drawing/2014/main" id="{29CF3681-8B76-87AA-A137-F94B983540A4}"/>
              </a:ext>
            </a:extLst>
          </p:cNvPr>
          <p:cNvCxnSpPr>
            <a:stCxn id="6219" idx="2"/>
            <a:endCxn id="6220" idx="1"/>
          </p:cNvCxnSpPr>
          <p:nvPr/>
        </p:nvCxnSpPr>
        <p:spPr>
          <a:xfrm rot="-5400000">
            <a:off x="6048501" y="1366715"/>
            <a:ext cx="481200" cy="1484400"/>
          </a:xfrm>
          <a:prstGeom prst="curvedConnector4">
            <a:avLst>
              <a:gd name="adj1" fmla="val -49486"/>
              <a:gd name="adj2" fmla="val 66199"/>
            </a:avLst>
          </a:prstGeom>
          <a:noFill/>
          <a:ln w="19050" cap="flat" cmpd="sng">
            <a:solidFill>
              <a:schemeClr val="dk1"/>
            </a:solidFill>
            <a:prstDash val="dash"/>
            <a:round/>
            <a:headEnd type="none" w="med" len="med"/>
            <a:tailEnd type="none" w="med" len="med"/>
          </a:ln>
        </p:spPr>
      </p:cxnSp>
      <p:cxnSp>
        <p:nvCxnSpPr>
          <p:cNvPr id="6233" name="Google Shape;6233;p56">
            <a:extLst>
              <a:ext uri="{FF2B5EF4-FFF2-40B4-BE49-F238E27FC236}">
                <a16:creationId xmlns:a16="http://schemas.microsoft.com/office/drawing/2014/main" id="{A8D21CD7-0A7F-6402-7A98-E8718A272EB5}"/>
              </a:ext>
            </a:extLst>
          </p:cNvPr>
          <p:cNvCxnSpPr>
            <a:cxnSpLocks/>
            <a:stCxn id="6220" idx="3"/>
          </p:cNvCxnSpPr>
          <p:nvPr/>
        </p:nvCxnSpPr>
        <p:spPr>
          <a:xfrm>
            <a:off x="7993276" y="1868465"/>
            <a:ext cx="423000" cy="600"/>
          </a:xfrm>
          <a:prstGeom prst="curvedConnector3">
            <a:avLst>
              <a:gd name="adj1" fmla="val 50000"/>
            </a:avLst>
          </a:prstGeom>
          <a:noFill/>
          <a:ln w="19050" cap="flat" cmpd="sng">
            <a:solidFill>
              <a:schemeClr val="dk1"/>
            </a:solidFill>
            <a:prstDash val="dash"/>
            <a:round/>
            <a:headEnd type="none" w="med" len="med"/>
            <a:tailEnd type="stealth" w="med" len="med"/>
          </a:ln>
        </p:spPr>
      </p:cxnSp>
      <p:sp>
        <p:nvSpPr>
          <p:cNvPr id="6" name="Google Shape;6221;p56">
            <a:extLst>
              <a:ext uri="{FF2B5EF4-FFF2-40B4-BE49-F238E27FC236}">
                <a16:creationId xmlns:a16="http://schemas.microsoft.com/office/drawing/2014/main" id="{23AC1E0C-6272-DD4E-FAB7-1B76F83EEA56}"/>
              </a:ext>
            </a:extLst>
          </p:cNvPr>
          <p:cNvSpPr txBox="1"/>
          <p:nvPr/>
        </p:nvSpPr>
        <p:spPr>
          <a:xfrm>
            <a:off x="6597100" y="3354978"/>
            <a:ext cx="1828455" cy="8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rgbClr val="13394F"/>
                </a:solidFill>
                <a:latin typeface="Lexend Deca"/>
                <a:ea typeface="Lexend Deca"/>
                <a:cs typeface="Lexend Deca"/>
                <a:sym typeface="Lexend Deca"/>
              </a:rPr>
              <a:t>Recommend</a:t>
            </a:r>
            <a:endParaRPr sz="1200" dirty="0">
              <a:solidFill>
                <a:srgbClr val="13394F"/>
              </a:solidFill>
              <a:latin typeface="Lexend Deca"/>
              <a:ea typeface="Lexend Deca"/>
              <a:cs typeface="Lexend Deca"/>
              <a:sym typeface="Lexend Deca"/>
            </a:endParaRPr>
          </a:p>
        </p:txBody>
      </p:sp>
      <p:sp>
        <p:nvSpPr>
          <p:cNvPr id="7" name="Google Shape;6222;p56">
            <a:extLst>
              <a:ext uri="{FF2B5EF4-FFF2-40B4-BE49-F238E27FC236}">
                <a16:creationId xmlns:a16="http://schemas.microsoft.com/office/drawing/2014/main" id="{15007ABF-DD7B-CDCB-B07A-9B9BE16F5A0F}"/>
              </a:ext>
            </a:extLst>
          </p:cNvPr>
          <p:cNvSpPr txBox="1"/>
          <p:nvPr/>
        </p:nvSpPr>
        <p:spPr>
          <a:xfrm>
            <a:off x="760350" y="3360009"/>
            <a:ext cx="1711800" cy="8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rgbClr val="13394F"/>
                </a:solidFill>
                <a:latin typeface="Lexend Deca"/>
                <a:ea typeface="Lexend Deca"/>
                <a:cs typeface="Lexend Deca"/>
                <a:sym typeface="Lexend Deca"/>
              </a:rPr>
              <a:t>A</a:t>
            </a:r>
            <a:r>
              <a:rPr lang="en" sz="1200" dirty="0">
                <a:solidFill>
                  <a:srgbClr val="13394F"/>
                </a:solidFill>
                <a:latin typeface="Lexend Deca"/>
                <a:ea typeface="Lexend Deca"/>
                <a:cs typeface="Lexend Deca"/>
                <a:sym typeface="Lexend Deca"/>
              </a:rPr>
              <a:t>ll services</a:t>
            </a:r>
            <a:endParaRPr sz="1200" dirty="0">
              <a:solidFill>
                <a:srgbClr val="13394F"/>
              </a:solidFill>
              <a:latin typeface="Lexend Deca"/>
              <a:ea typeface="Lexend Deca"/>
              <a:cs typeface="Lexend Deca"/>
              <a:sym typeface="Lexend Deca"/>
            </a:endParaRPr>
          </a:p>
        </p:txBody>
      </p:sp>
      <p:sp>
        <p:nvSpPr>
          <p:cNvPr id="8" name="Google Shape;6223;p56">
            <a:extLst>
              <a:ext uri="{FF2B5EF4-FFF2-40B4-BE49-F238E27FC236}">
                <a16:creationId xmlns:a16="http://schemas.microsoft.com/office/drawing/2014/main" id="{154B6A9F-D693-F289-A970-9CD0329908D4}"/>
              </a:ext>
            </a:extLst>
          </p:cNvPr>
          <p:cNvSpPr txBox="1"/>
          <p:nvPr/>
        </p:nvSpPr>
        <p:spPr>
          <a:xfrm>
            <a:off x="2910125" y="3299373"/>
            <a:ext cx="1340849" cy="8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rgbClr val="13394F"/>
                </a:solidFill>
                <a:latin typeface="Lexend Deca"/>
                <a:ea typeface="Lexend Deca"/>
                <a:cs typeface="Lexend Deca"/>
                <a:sym typeface="Lexend Deca"/>
              </a:rPr>
              <a:t>Value for money</a:t>
            </a:r>
            <a:endParaRPr sz="1200" dirty="0">
              <a:solidFill>
                <a:srgbClr val="13394F"/>
              </a:solidFill>
              <a:latin typeface="Lexend Deca"/>
              <a:ea typeface="Lexend Deca"/>
              <a:cs typeface="Lexend Deca"/>
              <a:sym typeface="Lexend Deca"/>
            </a:endParaRPr>
          </a:p>
        </p:txBody>
      </p:sp>
      <p:sp>
        <p:nvSpPr>
          <p:cNvPr id="12" name="Google Shape;6227;p56">
            <a:extLst>
              <a:ext uri="{FF2B5EF4-FFF2-40B4-BE49-F238E27FC236}">
                <a16:creationId xmlns:a16="http://schemas.microsoft.com/office/drawing/2014/main" id="{A6010E0A-A188-9EFE-62E9-D9544A8D8FDE}"/>
              </a:ext>
            </a:extLst>
          </p:cNvPr>
          <p:cNvSpPr txBox="1"/>
          <p:nvPr/>
        </p:nvSpPr>
        <p:spPr>
          <a:xfrm>
            <a:off x="4977751" y="3291429"/>
            <a:ext cx="1138299" cy="8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rgbClr val="13394F"/>
                </a:solidFill>
                <a:latin typeface="Lexend Deca"/>
                <a:ea typeface="Lexend Deca"/>
                <a:cs typeface="Lexend Deca"/>
                <a:sym typeface="Lexend Deca"/>
              </a:rPr>
              <a:t>Overall rating</a:t>
            </a:r>
            <a:endParaRPr sz="1200" dirty="0">
              <a:solidFill>
                <a:srgbClr val="13394F"/>
              </a:solidFill>
              <a:latin typeface="Lexend Deca"/>
              <a:ea typeface="Lexend Deca"/>
              <a:cs typeface="Lexend Deca"/>
              <a:sym typeface="Lexend Deca"/>
            </a:endParaRPr>
          </a:p>
        </p:txBody>
      </p:sp>
      <p:cxnSp>
        <p:nvCxnSpPr>
          <p:cNvPr id="31" name="Google Shape;6229;p56">
            <a:extLst>
              <a:ext uri="{FF2B5EF4-FFF2-40B4-BE49-F238E27FC236}">
                <a16:creationId xmlns:a16="http://schemas.microsoft.com/office/drawing/2014/main" id="{356577D7-8CB3-7EF3-180D-A23728BA4508}"/>
              </a:ext>
            </a:extLst>
          </p:cNvPr>
          <p:cNvCxnSpPr>
            <a:stCxn id="19" idx="1"/>
          </p:cNvCxnSpPr>
          <p:nvPr/>
        </p:nvCxnSpPr>
        <p:spPr>
          <a:xfrm flipH="1">
            <a:off x="723899" y="3564609"/>
            <a:ext cx="415200" cy="383100"/>
          </a:xfrm>
          <a:prstGeom prst="curvedConnector3">
            <a:avLst>
              <a:gd name="adj1" fmla="val 50000"/>
            </a:avLst>
          </a:prstGeom>
          <a:noFill/>
          <a:ln w="19050" cap="flat" cmpd="sng">
            <a:solidFill>
              <a:schemeClr val="dk1"/>
            </a:solidFill>
            <a:prstDash val="dash"/>
            <a:round/>
            <a:headEnd type="none" w="med" len="med"/>
            <a:tailEnd type="none" w="med" len="med"/>
          </a:ln>
        </p:spPr>
      </p:cxnSp>
      <p:cxnSp>
        <p:nvCxnSpPr>
          <p:cNvPr id="6208" name="Google Shape;6230;p56">
            <a:extLst>
              <a:ext uri="{FF2B5EF4-FFF2-40B4-BE49-F238E27FC236}">
                <a16:creationId xmlns:a16="http://schemas.microsoft.com/office/drawing/2014/main" id="{917415A3-4064-6B4B-1CE4-05D82E7E3E7E}"/>
              </a:ext>
            </a:extLst>
          </p:cNvPr>
          <p:cNvCxnSpPr>
            <a:stCxn id="19" idx="3"/>
            <a:endCxn id="20" idx="2"/>
          </p:cNvCxnSpPr>
          <p:nvPr/>
        </p:nvCxnSpPr>
        <p:spPr>
          <a:xfrm>
            <a:off x="2101199" y="3564609"/>
            <a:ext cx="1484400" cy="481200"/>
          </a:xfrm>
          <a:prstGeom prst="curvedConnector4">
            <a:avLst>
              <a:gd name="adj1" fmla="val 33792"/>
              <a:gd name="adj2" fmla="val 149454"/>
            </a:avLst>
          </a:prstGeom>
          <a:noFill/>
          <a:ln w="19050" cap="flat" cmpd="sng">
            <a:solidFill>
              <a:schemeClr val="dk1"/>
            </a:solidFill>
            <a:prstDash val="dash"/>
            <a:round/>
            <a:headEnd type="none" w="med" len="med"/>
            <a:tailEnd type="none" w="med" len="med"/>
          </a:ln>
        </p:spPr>
      </p:cxnSp>
      <p:cxnSp>
        <p:nvCxnSpPr>
          <p:cNvPr id="6209" name="Google Shape;6231;p56">
            <a:extLst>
              <a:ext uri="{FF2B5EF4-FFF2-40B4-BE49-F238E27FC236}">
                <a16:creationId xmlns:a16="http://schemas.microsoft.com/office/drawing/2014/main" id="{4B908925-4FC5-8066-1C6F-146FCF93E0B8}"/>
              </a:ext>
            </a:extLst>
          </p:cNvPr>
          <p:cNvCxnSpPr>
            <a:stCxn id="20" idx="3"/>
            <a:endCxn id="21" idx="0"/>
          </p:cNvCxnSpPr>
          <p:nvPr/>
        </p:nvCxnSpPr>
        <p:spPr>
          <a:xfrm flipV="1">
            <a:off x="4066525" y="3083559"/>
            <a:ext cx="1484275" cy="481050"/>
          </a:xfrm>
          <a:prstGeom prst="curvedConnector4">
            <a:avLst>
              <a:gd name="adj1" fmla="val 33795"/>
              <a:gd name="adj2" fmla="val 147521"/>
            </a:avLst>
          </a:prstGeom>
          <a:noFill/>
          <a:ln w="19050" cap="flat" cmpd="sng">
            <a:solidFill>
              <a:schemeClr val="dk1"/>
            </a:solidFill>
            <a:prstDash val="dash"/>
            <a:round/>
            <a:headEnd type="none" w="med" len="med"/>
            <a:tailEnd type="none" w="med" len="med"/>
          </a:ln>
        </p:spPr>
      </p:cxnSp>
      <p:cxnSp>
        <p:nvCxnSpPr>
          <p:cNvPr id="6210" name="Google Shape;6232;p56">
            <a:extLst>
              <a:ext uri="{FF2B5EF4-FFF2-40B4-BE49-F238E27FC236}">
                <a16:creationId xmlns:a16="http://schemas.microsoft.com/office/drawing/2014/main" id="{0C03C927-4B68-5762-8164-26BADB78624B}"/>
              </a:ext>
            </a:extLst>
          </p:cNvPr>
          <p:cNvCxnSpPr>
            <a:stCxn id="21" idx="2"/>
            <a:endCxn id="22" idx="1"/>
          </p:cNvCxnSpPr>
          <p:nvPr/>
        </p:nvCxnSpPr>
        <p:spPr>
          <a:xfrm rot="-5400000">
            <a:off x="6052400" y="3062859"/>
            <a:ext cx="481200" cy="1484400"/>
          </a:xfrm>
          <a:prstGeom prst="curvedConnector4">
            <a:avLst>
              <a:gd name="adj1" fmla="val -49486"/>
              <a:gd name="adj2" fmla="val 66199"/>
            </a:avLst>
          </a:prstGeom>
          <a:noFill/>
          <a:ln w="19050" cap="flat" cmpd="sng">
            <a:solidFill>
              <a:schemeClr val="dk1"/>
            </a:solidFill>
            <a:prstDash val="dash"/>
            <a:round/>
            <a:headEnd type="none" w="med" len="med"/>
            <a:tailEnd type="none" w="med" len="med"/>
          </a:ln>
        </p:spPr>
      </p:cxnSp>
      <p:cxnSp>
        <p:nvCxnSpPr>
          <p:cNvPr id="6211" name="Google Shape;6233;p56">
            <a:extLst>
              <a:ext uri="{FF2B5EF4-FFF2-40B4-BE49-F238E27FC236}">
                <a16:creationId xmlns:a16="http://schemas.microsoft.com/office/drawing/2014/main" id="{3A3CB034-22FF-8AB7-1AE7-33A80A395FD6}"/>
              </a:ext>
            </a:extLst>
          </p:cNvPr>
          <p:cNvCxnSpPr>
            <a:stCxn id="22" idx="3"/>
          </p:cNvCxnSpPr>
          <p:nvPr/>
        </p:nvCxnSpPr>
        <p:spPr>
          <a:xfrm>
            <a:off x="7997175" y="3564609"/>
            <a:ext cx="423000" cy="600"/>
          </a:xfrm>
          <a:prstGeom prst="curvedConnector3">
            <a:avLst>
              <a:gd name="adj1" fmla="val 50000"/>
            </a:avLst>
          </a:prstGeom>
          <a:noFill/>
          <a:ln w="19050" cap="flat" cmpd="sng">
            <a:solidFill>
              <a:schemeClr val="dk1"/>
            </a:solidFill>
            <a:prstDash val="dash"/>
            <a:round/>
            <a:headEnd type="none" w="med" len="med"/>
            <a:tailEnd type="stealth" w="med" len="med"/>
          </a:ln>
        </p:spPr>
      </p:cxnSp>
    </p:spTree>
    <p:extLst>
      <p:ext uri="{BB962C8B-B14F-4D97-AF65-F5344CB8AC3E}">
        <p14:creationId xmlns:p14="http://schemas.microsoft.com/office/powerpoint/2010/main" val="1446090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9BEA7-14D5-315E-F75E-F3EA5D163781}"/>
              </a:ext>
            </a:extLst>
          </p:cNvPr>
          <p:cNvSpPr>
            <a:spLocks noGrp="1"/>
          </p:cNvSpPr>
          <p:nvPr>
            <p:ph type="title"/>
          </p:nvPr>
        </p:nvSpPr>
        <p:spPr>
          <a:xfrm>
            <a:off x="544830" y="445024"/>
            <a:ext cx="8054340" cy="1065925"/>
          </a:xfrm>
        </p:spPr>
        <p:txBody>
          <a:bodyPr/>
          <a:lstStyle/>
          <a:p>
            <a:r>
              <a:rPr lang="en-US" dirty="0" err="1"/>
              <a:t>Nps</a:t>
            </a:r>
            <a:r>
              <a:rPr lang="en-US" dirty="0"/>
              <a:t> rating shows that customers will NOT recommend the airline</a:t>
            </a:r>
          </a:p>
        </p:txBody>
      </p:sp>
      <p:graphicFrame>
        <p:nvGraphicFramePr>
          <p:cNvPr id="3" name="Chart 2">
            <a:extLst>
              <a:ext uri="{FF2B5EF4-FFF2-40B4-BE49-F238E27FC236}">
                <a16:creationId xmlns:a16="http://schemas.microsoft.com/office/drawing/2014/main" id="{44948F32-1E6A-C377-5054-810918D239E7}"/>
              </a:ext>
            </a:extLst>
          </p:cNvPr>
          <p:cNvGraphicFramePr>
            <a:graphicFrameLocks/>
          </p:cNvGraphicFramePr>
          <p:nvPr>
            <p:extLst>
              <p:ext uri="{D42A27DB-BD31-4B8C-83A1-F6EECF244321}">
                <p14:modId xmlns:p14="http://schemas.microsoft.com/office/powerpoint/2010/main" val="3895324203"/>
              </p:ext>
            </p:extLst>
          </p:nvPr>
        </p:nvGraphicFramePr>
        <p:xfrm>
          <a:off x="30480" y="168621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47D45D32-75B2-ECD0-CC31-505271B7EF95}"/>
              </a:ext>
            </a:extLst>
          </p:cNvPr>
          <p:cNvGraphicFramePr>
            <a:graphicFrameLocks/>
          </p:cNvGraphicFramePr>
          <p:nvPr>
            <p:extLst>
              <p:ext uri="{D42A27DB-BD31-4B8C-83A1-F6EECF244321}">
                <p14:modId xmlns:p14="http://schemas.microsoft.com/office/powerpoint/2010/main" val="2260103551"/>
              </p:ext>
            </p:extLst>
          </p:nvPr>
        </p:nvGraphicFramePr>
        <p:xfrm>
          <a:off x="4572000" y="168621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74EAF6D0-996B-F762-AC9C-724B8C6E0361}"/>
              </a:ext>
            </a:extLst>
          </p:cNvPr>
          <p:cNvSpPr txBox="1"/>
          <p:nvPr/>
        </p:nvSpPr>
        <p:spPr>
          <a:xfrm>
            <a:off x="1472565" y="2415583"/>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rPr>
              <a:t>17.2% </a:t>
            </a:r>
          </a:p>
        </p:txBody>
      </p:sp>
      <p:sp>
        <p:nvSpPr>
          <p:cNvPr id="12" name="TextBox 11">
            <a:extLst>
              <a:ext uri="{FF2B5EF4-FFF2-40B4-BE49-F238E27FC236}">
                <a16:creationId xmlns:a16="http://schemas.microsoft.com/office/drawing/2014/main" id="{58ABD6A3-4033-A3EE-13C3-FF45A4CFDF7C}"/>
              </a:ext>
            </a:extLst>
          </p:cNvPr>
          <p:cNvSpPr txBox="1"/>
          <p:nvPr/>
        </p:nvSpPr>
        <p:spPr>
          <a:xfrm>
            <a:off x="1217295" y="2952843"/>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rPr>
              <a:t>18.5% </a:t>
            </a:r>
          </a:p>
        </p:txBody>
      </p:sp>
      <p:sp>
        <p:nvSpPr>
          <p:cNvPr id="14" name="TextBox 13">
            <a:extLst>
              <a:ext uri="{FF2B5EF4-FFF2-40B4-BE49-F238E27FC236}">
                <a16:creationId xmlns:a16="http://schemas.microsoft.com/office/drawing/2014/main" id="{DA61AE26-8F8C-0C0B-0B8D-DA3727B0E27A}"/>
              </a:ext>
            </a:extLst>
          </p:cNvPr>
          <p:cNvSpPr txBox="1"/>
          <p:nvPr/>
        </p:nvSpPr>
        <p:spPr>
          <a:xfrm>
            <a:off x="1822133" y="3416444"/>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sz="1800" dirty="0">
                <a:solidFill>
                  <a:srgbClr val="13394F"/>
                </a:solidFill>
                <a:latin typeface="Bebas Neue"/>
                <a:ea typeface="Bebas Neue"/>
                <a:cs typeface="Bebas Neue"/>
                <a:sym typeface="Bebas Neue"/>
              </a:rPr>
              <a:t>64.3</a:t>
            </a:r>
            <a:r>
              <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rPr>
              <a:t>% </a:t>
            </a:r>
          </a:p>
        </p:txBody>
      </p:sp>
      <p:sp>
        <p:nvSpPr>
          <p:cNvPr id="16" name="TextBox 15">
            <a:extLst>
              <a:ext uri="{FF2B5EF4-FFF2-40B4-BE49-F238E27FC236}">
                <a16:creationId xmlns:a16="http://schemas.microsoft.com/office/drawing/2014/main" id="{7D14D24E-0C9E-C5D9-4DC2-0C08B91707CD}"/>
              </a:ext>
            </a:extLst>
          </p:cNvPr>
          <p:cNvSpPr txBox="1"/>
          <p:nvPr/>
        </p:nvSpPr>
        <p:spPr>
          <a:xfrm>
            <a:off x="5869303" y="2869556"/>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rPr>
              <a:t>40.4% </a:t>
            </a:r>
          </a:p>
        </p:txBody>
      </p:sp>
      <p:sp>
        <p:nvSpPr>
          <p:cNvPr id="17" name="TextBox 16">
            <a:extLst>
              <a:ext uri="{FF2B5EF4-FFF2-40B4-BE49-F238E27FC236}">
                <a16:creationId xmlns:a16="http://schemas.microsoft.com/office/drawing/2014/main" id="{1F875622-27A5-3CDA-583A-1B14B26F07B8}"/>
              </a:ext>
            </a:extLst>
          </p:cNvPr>
          <p:cNvSpPr txBox="1"/>
          <p:nvPr/>
        </p:nvSpPr>
        <p:spPr>
          <a:xfrm>
            <a:off x="6682740" y="3195852"/>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rPr>
              <a:t>59.6% </a:t>
            </a:r>
          </a:p>
        </p:txBody>
      </p:sp>
    </p:spTree>
    <p:extLst>
      <p:ext uri="{BB962C8B-B14F-4D97-AF65-F5344CB8AC3E}">
        <p14:creationId xmlns:p14="http://schemas.microsoft.com/office/powerpoint/2010/main" val="3702070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D6CBE-2A5D-1533-352B-6C7B04B92F25}"/>
              </a:ext>
            </a:extLst>
          </p:cNvPr>
          <p:cNvSpPr>
            <a:spLocks noGrp="1"/>
          </p:cNvSpPr>
          <p:nvPr>
            <p:ph type="title"/>
          </p:nvPr>
        </p:nvSpPr>
        <p:spPr>
          <a:xfrm>
            <a:off x="586800" y="445025"/>
            <a:ext cx="7543800" cy="572700"/>
          </a:xfrm>
        </p:spPr>
        <p:txBody>
          <a:bodyPr/>
          <a:lstStyle/>
          <a:p>
            <a:r>
              <a:rPr lang="en-US" dirty="0"/>
              <a:t>FOCUS WILL BE ON SHORT AND LONG HAUL BECAUSE There isn’t enough data in Medium haul</a:t>
            </a:r>
          </a:p>
        </p:txBody>
      </p:sp>
      <p:graphicFrame>
        <p:nvGraphicFramePr>
          <p:cNvPr id="4" name="Chart 3">
            <a:extLst>
              <a:ext uri="{FF2B5EF4-FFF2-40B4-BE49-F238E27FC236}">
                <a16:creationId xmlns:a16="http://schemas.microsoft.com/office/drawing/2014/main" id="{51D53736-967B-16B8-7448-8D31224B9B3D}"/>
              </a:ext>
            </a:extLst>
          </p:cNvPr>
          <p:cNvGraphicFramePr>
            <a:graphicFrameLocks/>
          </p:cNvGraphicFramePr>
          <p:nvPr>
            <p:extLst>
              <p:ext uri="{D42A27DB-BD31-4B8C-83A1-F6EECF244321}">
                <p14:modId xmlns:p14="http://schemas.microsoft.com/office/powerpoint/2010/main" val="1219329823"/>
              </p:ext>
            </p:extLst>
          </p:nvPr>
        </p:nvGraphicFramePr>
        <p:xfrm>
          <a:off x="2072700" y="185017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6BF69D9D-4291-2B5F-0C2D-7E95CF1305F5}"/>
              </a:ext>
            </a:extLst>
          </p:cNvPr>
          <p:cNvSpPr txBox="1"/>
          <p:nvPr/>
        </p:nvSpPr>
        <p:spPr>
          <a:xfrm>
            <a:off x="3370005" y="2541658"/>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rPr>
              <a:t>27.5%</a:t>
            </a:r>
          </a:p>
        </p:txBody>
      </p:sp>
      <p:sp>
        <p:nvSpPr>
          <p:cNvPr id="6" name="TextBox 5">
            <a:extLst>
              <a:ext uri="{FF2B5EF4-FFF2-40B4-BE49-F238E27FC236}">
                <a16:creationId xmlns:a16="http://schemas.microsoft.com/office/drawing/2014/main" id="{AF724B16-7FD5-431F-0299-A1BCF66CA220}"/>
              </a:ext>
            </a:extLst>
          </p:cNvPr>
          <p:cNvSpPr txBox="1"/>
          <p:nvPr/>
        </p:nvSpPr>
        <p:spPr>
          <a:xfrm>
            <a:off x="3209925" y="3221771"/>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rPr>
              <a:t>9.8%</a:t>
            </a:r>
          </a:p>
        </p:txBody>
      </p:sp>
      <p:sp>
        <p:nvSpPr>
          <p:cNvPr id="8" name="TextBox 7">
            <a:extLst>
              <a:ext uri="{FF2B5EF4-FFF2-40B4-BE49-F238E27FC236}">
                <a16:creationId xmlns:a16="http://schemas.microsoft.com/office/drawing/2014/main" id="{D03E13AC-EEFB-0B20-2C9B-8DA209A5DCD2}"/>
              </a:ext>
            </a:extLst>
          </p:cNvPr>
          <p:cNvSpPr txBox="1"/>
          <p:nvPr/>
        </p:nvSpPr>
        <p:spPr>
          <a:xfrm>
            <a:off x="4055805" y="3435064"/>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rPr>
              <a:t>62.7%</a:t>
            </a:r>
          </a:p>
        </p:txBody>
      </p:sp>
    </p:spTree>
    <p:extLst>
      <p:ext uri="{BB962C8B-B14F-4D97-AF65-F5344CB8AC3E}">
        <p14:creationId xmlns:p14="http://schemas.microsoft.com/office/powerpoint/2010/main" val="2282197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B87C4-7E1A-4CD4-F8E8-AE142B52B602}"/>
              </a:ext>
            </a:extLst>
          </p:cNvPr>
          <p:cNvSpPr>
            <a:spLocks noGrp="1"/>
          </p:cNvSpPr>
          <p:nvPr>
            <p:ph type="title"/>
          </p:nvPr>
        </p:nvSpPr>
        <p:spPr>
          <a:xfrm>
            <a:off x="720000" y="445025"/>
            <a:ext cx="8012520" cy="572700"/>
          </a:xfrm>
        </p:spPr>
        <p:txBody>
          <a:bodyPr/>
          <a:lstStyle/>
          <a:p>
            <a:r>
              <a:rPr lang="en-US" dirty="0"/>
              <a:t>Value for money has the lowest average rating when prioritizing MAIN factors FOR SHORT AND LONG</a:t>
            </a:r>
          </a:p>
        </p:txBody>
      </p:sp>
      <p:graphicFrame>
        <p:nvGraphicFramePr>
          <p:cNvPr id="3" name="Chart 2">
            <a:extLst>
              <a:ext uri="{FF2B5EF4-FFF2-40B4-BE49-F238E27FC236}">
                <a16:creationId xmlns:a16="http://schemas.microsoft.com/office/drawing/2014/main" id="{01C32D0F-59F8-0A15-3064-2D6BFDD2A481}"/>
              </a:ext>
            </a:extLst>
          </p:cNvPr>
          <p:cNvGraphicFramePr>
            <a:graphicFrameLocks/>
          </p:cNvGraphicFramePr>
          <p:nvPr>
            <p:extLst>
              <p:ext uri="{D42A27DB-BD31-4B8C-83A1-F6EECF244321}">
                <p14:modId xmlns:p14="http://schemas.microsoft.com/office/powerpoint/2010/main" val="2020294596"/>
              </p:ext>
            </p:extLst>
          </p:nvPr>
        </p:nvGraphicFramePr>
        <p:xfrm>
          <a:off x="502920" y="2024943"/>
          <a:ext cx="4610100" cy="267353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3930A718-4672-B8EF-689C-52FBE6E82E79}"/>
              </a:ext>
            </a:extLst>
          </p:cNvPr>
          <p:cNvGraphicFramePr>
            <a:graphicFrameLocks/>
          </p:cNvGraphicFramePr>
          <p:nvPr/>
        </p:nvGraphicFramePr>
        <p:xfrm>
          <a:off x="4700130" y="1955275"/>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AA7FEC45-47E1-7029-7F57-DD8A7B68A952}"/>
              </a:ext>
            </a:extLst>
          </p:cNvPr>
          <p:cNvSpPr txBox="1"/>
          <p:nvPr/>
        </p:nvSpPr>
        <p:spPr>
          <a:xfrm>
            <a:off x="2080260" y="4698475"/>
            <a:ext cx="1455420" cy="307777"/>
          </a:xfrm>
          <a:prstGeom prst="rect">
            <a:avLst/>
          </a:prstGeom>
          <a:noFill/>
        </p:spPr>
        <p:txBody>
          <a:bodyPr wrap="square" rtlCol="0">
            <a:spAutoFit/>
          </a:bodyPr>
          <a:lstStyle/>
          <a:p>
            <a:r>
              <a:rPr lang="en-US" b="1">
                <a:solidFill>
                  <a:schemeClr val="tx1"/>
                </a:solidFill>
              </a:rPr>
              <a:t>SHORT</a:t>
            </a:r>
          </a:p>
        </p:txBody>
      </p:sp>
      <p:sp>
        <p:nvSpPr>
          <p:cNvPr id="7" name="TextBox 6">
            <a:extLst>
              <a:ext uri="{FF2B5EF4-FFF2-40B4-BE49-F238E27FC236}">
                <a16:creationId xmlns:a16="http://schemas.microsoft.com/office/drawing/2014/main" id="{E4FF1B3E-AC4A-539A-06D5-47C00A2B356F}"/>
              </a:ext>
            </a:extLst>
          </p:cNvPr>
          <p:cNvSpPr txBox="1"/>
          <p:nvPr/>
        </p:nvSpPr>
        <p:spPr>
          <a:xfrm>
            <a:off x="6258420" y="4698475"/>
            <a:ext cx="1455420" cy="307777"/>
          </a:xfrm>
          <a:prstGeom prst="rect">
            <a:avLst/>
          </a:prstGeom>
          <a:noFill/>
        </p:spPr>
        <p:txBody>
          <a:bodyPr wrap="square" rtlCol="0">
            <a:spAutoFit/>
          </a:bodyPr>
          <a:lstStyle/>
          <a:p>
            <a:r>
              <a:rPr lang="en-US" b="1">
                <a:solidFill>
                  <a:schemeClr val="tx1"/>
                </a:solidFill>
              </a:rPr>
              <a:t>LONG</a:t>
            </a:r>
          </a:p>
        </p:txBody>
      </p:sp>
    </p:spTree>
    <p:extLst>
      <p:ext uri="{BB962C8B-B14F-4D97-AF65-F5344CB8AC3E}">
        <p14:creationId xmlns:p14="http://schemas.microsoft.com/office/powerpoint/2010/main" val="3864603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2A53-F962-10E1-BC4E-C29ACF4BB358}"/>
              </a:ext>
            </a:extLst>
          </p:cNvPr>
          <p:cNvSpPr>
            <a:spLocks noGrp="1"/>
          </p:cNvSpPr>
          <p:nvPr>
            <p:ph type="title"/>
          </p:nvPr>
        </p:nvSpPr>
        <p:spPr/>
        <p:txBody>
          <a:bodyPr/>
          <a:lstStyle/>
          <a:p>
            <a:r>
              <a:rPr lang="en-US" dirty="0"/>
              <a:t>MOST FLIGHTS FOR SHORT AND LONG HAULS ARE ECONOMY AND BUSINESS</a:t>
            </a:r>
          </a:p>
        </p:txBody>
      </p:sp>
      <p:graphicFrame>
        <p:nvGraphicFramePr>
          <p:cNvPr id="3" name="Chart 2">
            <a:extLst>
              <a:ext uri="{FF2B5EF4-FFF2-40B4-BE49-F238E27FC236}">
                <a16:creationId xmlns:a16="http://schemas.microsoft.com/office/drawing/2014/main" id="{D0EAABC4-67D6-8917-79E0-01E1A4D1AAEB}"/>
              </a:ext>
            </a:extLst>
          </p:cNvPr>
          <p:cNvGraphicFramePr>
            <a:graphicFrameLocks/>
          </p:cNvGraphicFramePr>
          <p:nvPr>
            <p:extLst>
              <p:ext uri="{D42A27DB-BD31-4B8C-83A1-F6EECF244321}">
                <p14:modId xmlns:p14="http://schemas.microsoft.com/office/powerpoint/2010/main" val="451843887"/>
              </p:ext>
            </p:extLst>
          </p:nvPr>
        </p:nvGraphicFramePr>
        <p:xfrm>
          <a:off x="518160" y="1777818"/>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D929519D-B206-E75A-C8AE-171BCFFBE898}"/>
              </a:ext>
            </a:extLst>
          </p:cNvPr>
          <p:cNvGraphicFramePr>
            <a:graphicFrameLocks/>
          </p:cNvGraphicFramePr>
          <p:nvPr>
            <p:extLst>
              <p:ext uri="{D42A27DB-BD31-4B8C-83A1-F6EECF244321}">
                <p14:modId xmlns:p14="http://schemas.microsoft.com/office/powerpoint/2010/main" val="892295441"/>
              </p:ext>
            </p:extLst>
          </p:nvPr>
        </p:nvGraphicFramePr>
        <p:xfrm>
          <a:off x="4368480" y="1777818"/>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3CF89D8C-1509-D7AB-4E02-3CF79512EB41}"/>
              </a:ext>
            </a:extLst>
          </p:cNvPr>
          <p:cNvSpPr txBox="1"/>
          <p:nvPr/>
        </p:nvSpPr>
        <p:spPr>
          <a:xfrm>
            <a:off x="2074605" y="2838838"/>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rPr>
              <a:t>32.2%</a:t>
            </a:r>
          </a:p>
        </p:txBody>
      </p:sp>
      <p:sp>
        <p:nvSpPr>
          <p:cNvPr id="6" name="TextBox 5">
            <a:extLst>
              <a:ext uri="{FF2B5EF4-FFF2-40B4-BE49-F238E27FC236}">
                <a16:creationId xmlns:a16="http://schemas.microsoft.com/office/drawing/2014/main" id="{67ED9C43-8264-962D-6F76-2390F66F94FE}"/>
              </a:ext>
            </a:extLst>
          </p:cNvPr>
          <p:cNvSpPr txBox="1"/>
          <p:nvPr/>
        </p:nvSpPr>
        <p:spPr>
          <a:xfrm>
            <a:off x="1454625" y="3603728"/>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rPr>
              <a:t>66.5%</a:t>
            </a:r>
          </a:p>
        </p:txBody>
      </p:sp>
      <p:sp>
        <p:nvSpPr>
          <p:cNvPr id="7" name="TextBox 6">
            <a:extLst>
              <a:ext uri="{FF2B5EF4-FFF2-40B4-BE49-F238E27FC236}">
                <a16:creationId xmlns:a16="http://schemas.microsoft.com/office/drawing/2014/main" id="{367ED692-F363-854D-EF51-CF1E7C87E9C5}"/>
              </a:ext>
            </a:extLst>
          </p:cNvPr>
          <p:cNvSpPr txBox="1"/>
          <p:nvPr/>
        </p:nvSpPr>
        <p:spPr>
          <a:xfrm>
            <a:off x="6026624" y="3603728"/>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rPr>
              <a:t>44.8%</a:t>
            </a:r>
          </a:p>
        </p:txBody>
      </p:sp>
      <p:sp>
        <p:nvSpPr>
          <p:cNvPr id="8" name="TextBox 7">
            <a:extLst>
              <a:ext uri="{FF2B5EF4-FFF2-40B4-BE49-F238E27FC236}">
                <a16:creationId xmlns:a16="http://schemas.microsoft.com/office/drawing/2014/main" id="{C4BD1D33-0424-7914-75C0-491714BA2C0D}"/>
              </a:ext>
            </a:extLst>
          </p:cNvPr>
          <p:cNvSpPr txBox="1"/>
          <p:nvPr/>
        </p:nvSpPr>
        <p:spPr>
          <a:xfrm>
            <a:off x="6735284" y="2838838"/>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rPr>
              <a:t>31.4%</a:t>
            </a:r>
          </a:p>
        </p:txBody>
      </p:sp>
      <p:sp>
        <p:nvSpPr>
          <p:cNvPr id="9" name="TextBox 8">
            <a:extLst>
              <a:ext uri="{FF2B5EF4-FFF2-40B4-BE49-F238E27FC236}">
                <a16:creationId xmlns:a16="http://schemas.microsoft.com/office/drawing/2014/main" id="{655D04FC-B61C-F55A-2F77-6C435DF32EEB}"/>
              </a:ext>
            </a:extLst>
          </p:cNvPr>
          <p:cNvSpPr txBox="1"/>
          <p:nvPr/>
        </p:nvSpPr>
        <p:spPr>
          <a:xfrm>
            <a:off x="5876384" y="2506107"/>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13394F"/>
                </a:solidFill>
                <a:effectLst/>
                <a:uLnTx/>
                <a:uFillTx/>
                <a:latin typeface="Bebas Neue"/>
                <a:ea typeface="Bebas Neue"/>
                <a:cs typeface="Bebas Neue"/>
                <a:sym typeface="Bebas Neue"/>
              </a:rPr>
              <a:t>15%</a:t>
            </a:r>
            <a:endPar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endParaRPr>
          </a:p>
        </p:txBody>
      </p:sp>
      <p:sp>
        <p:nvSpPr>
          <p:cNvPr id="10" name="TextBox 9">
            <a:extLst>
              <a:ext uri="{FF2B5EF4-FFF2-40B4-BE49-F238E27FC236}">
                <a16:creationId xmlns:a16="http://schemas.microsoft.com/office/drawing/2014/main" id="{985E405F-A748-E809-314D-1F33EC6F82D4}"/>
              </a:ext>
            </a:extLst>
          </p:cNvPr>
          <p:cNvSpPr txBox="1"/>
          <p:nvPr/>
        </p:nvSpPr>
        <p:spPr>
          <a:xfrm>
            <a:off x="5417578" y="2870251"/>
            <a:ext cx="98869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dirty="0">
                <a:ln>
                  <a:noFill/>
                </a:ln>
                <a:solidFill>
                  <a:srgbClr val="13394F"/>
                </a:solidFill>
                <a:effectLst/>
                <a:uLnTx/>
                <a:uFillTx/>
                <a:latin typeface="Bebas Neue"/>
                <a:ea typeface="Bebas Neue"/>
                <a:cs typeface="Bebas Neue"/>
                <a:sym typeface="Bebas Neue"/>
              </a:rPr>
              <a:t>8.8%</a:t>
            </a:r>
          </a:p>
        </p:txBody>
      </p:sp>
    </p:spTree>
    <p:extLst>
      <p:ext uri="{BB962C8B-B14F-4D97-AF65-F5344CB8AC3E}">
        <p14:creationId xmlns:p14="http://schemas.microsoft.com/office/powerpoint/2010/main" val="2593746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321"/>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3D0CC29F-9CDB-06ED-C808-6E168A482EB0}"/>
              </a:ext>
            </a:extLst>
          </p:cNvPr>
          <p:cNvGraphicFramePr>
            <a:graphicFrameLocks/>
          </p:cNvGraphicFramePr>
          <p:nvPr/>
        </p:nvGraphicFramePr>
        <p:xfrm>
          <a:off x="1040130" y="1350688"/>
          <a:ext cx="7200900" cy="3558540"/>
        </p:xfrm>
        <a:graphic>
          <a:graphicData uri="http://schemas.openxmlformats.org/drawingml/2006/chart">
            <c:chart xmlns:c="http://schemas.openxmlformats.org/drawingml/2006/chart" xmlns:r="http://schemas.openxmlformats.org/officeDocument/2006/relationships" r:id="rId3"/>
          </a:graphicData>
        </a:graphic>
      </p:graphicFrame>
      <p:sp>
        <p:nvSpPr>
          <p:cNvPr id="6322" name="Google Shape;6322;p60"/>
          <p:cNvSpPr txBox="1">
            <a:spLocks noGrp="1"/>
          </p:cNvSpPr>
          <p:nvPr>
            <p:ph type="title"/>
          </p:nvPr>
        </p:nvSpPr>
        <p:spPr>
          <a:xfrm>
            <a:off x="335280" y="126518"/>
            <a:ext cx="83058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AVERAGE RATINGS FOR VALUE FOR MONEY HAS BEEN DECREASING FOR THE LAST 10 YEARS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21">
          <a:extLst>
            <a:ext uri="{FF2B5EF4-FFF2-40B4-BE49-F238E27FC236}">
              <a16:creationId xmlns:a16="http://schemas.microsoft.com/office/drawing/2014/main" id="{D28DB0F6-3520-38E1-5509-3E87AAF527AA}"/>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B12D66D0-36EB-F996-5A6A-9B829F26EB3F}"/>
              </a:ext>
            </a:extLst>
          </p:cNvPr>
          <p:cNvPicPr>
            <a:picLocks noChangeAspect="1"/>
          </p:cNvPicPr>
          <p:nvPr/>
        </p:nvPicPr>
        <p:blipFill>
          <a:blip r:embed="rId3"/>
          <a:stretch>
            <a:fillRect/>
          </a:stretch>
        </p:blipFill>
        <p:spPr>
          <a:xfrm>
            <a:off x="513918" y="1961793"/>
            <a:ext cx="3718882" cy="2011854"/>
          </a:xfrm>
          <a:prstGeom prst="rect">
            <a:avLst/>
          </a:prstGeom>
        </p:spPr>
      </p:pic>
      <p:sp>
        <p:nvSpPr>
          <p:cNvPr id="6322" name="Google Shape;6322;p60">
            <a:extLst>
              <a:ext uri="{FF2B5EF4-FFF2-40B4-BE49-F238E27FC236}">
                <a16:creationId xmlns:a16="http://schemas.microsoft.com/office/drawing/2014/main" id="{DE483765-48A8-AC4E-F02A-627EC9F344EB}"/>
              </a:ext>
            </a:extLst>
          </p:cNvPr>
          <p:cNvSpPr txBox="1">
            <a:spLocks noGrp="1"/>
          </p:cNvSpPr>
          <p:nvPr>
            <p:ph type="title"/>
          </p:nvPr>
        </p:nvSpPr>
        <p:spPr>
          <a:xfrm>
            <a:off x="335280" y="126518"/>
            <a:ext cx="8572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PEOPLE WHO RATED VALUE FOR MONEY BELOW AVERAGE TEND TO NOT RECOMMEND WHILE ABOVE AVERAGE RECOMMEND IT </a:t>
            </a:r>
            <a:endParaRPr/>
          </a:p>
        </p:txBody>
      </p:sp>
      <p:sp>
        <p:nvSpPr>
          <p:cNvPr id="5" name="Google Shape;6304;p58">
            <a:extLst>
              <a:ext uri="{FF2B5EF4-FFF2-40B4-BE49-F238E27FC236}">
                <a16:creationId xmlns:a16="http://schemas.microsoft.com/office/drawing/2014/main" id="{502016FE-DF6A-0B5C-1D17-7CE731B6EA53}"/>
              </a:ext>
            </a:extLst>
          </p:cNvPr>
          <p:cNvSpPr txBox="1"/>
          <p:nvPr/>
        </p:nvSpPr>
        <p:spPr>
          <a:xfrm>
            <a:off x="1945005" y="1536550"/>
            <a:ext cx="881700" cy="746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Bebas Neue"/>
                <a:ea typeface="Bebas Neue"/>
                <a:cs typeface="Bebas Neue"/>
                <a:sym typeface="Bebas Neue"/>
              </a:rPr>
              <a:t>2.5%</a:t>
            </a:r>
            <a:endParaRPr sz="2400">
              <a:solidFill>
                <a:schemeClr val="dk1"/>
              </a:solidFill>
              <a:latin typeface="Bebas Neue"/>
              <a:ea typeface="Bebas Neue"/>
              <a:cs typeface="Bebas Neue"/>
              <a:sym typeface="Bebas Neue"/>
            </a:endParaRPr>
          </a:p>
        </p:txBody>
      </p:sp>
      <p:sp>
        <p:nvSpPr>
          <p:cNvPr id="6" name="Google Shape;6305;p58">
            <a:extLst>
              <a:ext uri="{FF2B5EF4-FFF2-40B4-BE49-F238E27FC236}">
                <a16:creationId xmlns:a16="http://schemas.microsoft.com/office/drawing/2014/main" id="{56775539-7B02-C78E-28F4-DB707787F270}"/>
              </a:ext>
            </a:extLst>
          </p:cNvPr>
          <p:cNvSpPr txBox="1"/>
          <p:nvPr/>
        </p:nvSpPr>
        <p:spPr>
          <a:xfrm>
            <a:off x="1878960" y="3708909"/>
            <a:ext cx="1146180" cy="746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Bebas Neue"/>
                <a:ea typeface="Bebas Neue"/>
                <a:cs typeface="Bebas Neue"/>
                <a:sym typeface="Bebas Neue"/>
              </a:rPr>
              <a:t>97.5%</a:t>
            </a:r>
            <a:endParaRPr sz="2400">
              <a:solidFill>
                <a:schemeClr val="dk1"/>
              </a:solidFill>
              <a:latin typeface="Bebas Neue"/>
              <a:ea typeface="Bebas Neue"/>
              <a:cs typeface="Bebas Neue"/>
              <a:sym typeface="Bebas Neue"/>
            </a:endParaRPr>
          </a:p>
        </p:txBody>
      </p:sp>
      <p:sp>
        <p:nvSpPr>
          <p:cNvPr id="7" name="Google Shape;6308;p58">
            <a:extLst>
              <a:ext uri="{FF2B5EF4-FFF2-40B4-BE49-F238E27FC236}">
                <a16:creationId xmlns:a16="http://schemas.microsoft.com/office/drawing/2014/main" id="{0E9ADD9B-18FF-098D-A64E-626873C4976D}"/>
              </a:ext>
            </a:extLst>
          </p:cNvPr>
          <p:cNvSpPr/>
          <p:nvPr/>
        </p:nvSpPr>
        <p:spPr>
          <a:xfrm>
            <a:off x="4508209" y="1909600"/>
            <a:ext cx="165900" cy="746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309;p58">
            <a:extLst>
              <a:ext uri="{FF2B5EF4-FFF2-40B4-BE49-F238E27FC236}">
                <a16:creationId xmlns:a16="http://schemas.microsoft.com/office/drawing/2014/main" id="{BA91BEB8-D84C-EC26-5F85-689F469C2501}"/>
              </a:ext>
            </a:extLst>
          </p:cNvPr>
          <p:cNvSpPr/>
          <p:nvPr/>
        </p:nvSpPr>
        <p:spPr>
          <a:xfrm>
            <a:off x="4508209" y="3194911"/>
            <a:ext cx="165900" cy="746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322;p60">
            <a:extLst>
              <a:ext uri="{FF2B5EF4-FFF2-40B4-BE49-F238E27FC236}">
                <a16:creationId xmlns:a16="http://schemas.microsoft.com/office/drawing/2014/main" id="{10A9F321-FFAD-F888-5D23-8B0C881BBB10}"/>
              </a:ext>
            </a:extLst>
          </p:cNvPr>
          <p:cNvSpPr txBox="1">
            <a:spLocks/>
          </p:cNvSpPr>
          <p:nvPr/>
        </p:nvSpPr>
        <p:spPr>
          <a:xfrm>
            <a:off x="330277" y="1282906"/>
            <a:ext cx="424354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2400"/>
              <a:t>BELOW AVERAGE</a:t>
            </a:r>
          </a:p>
        </p:txBody>
      </p:sp>
      <p:sp>
        <p:nvSpPr>
          <p:cNvPr id="10" name="Google Shape;6322;p60">
            <a:extLst>
              <a:ext uri="{FF2B5EF4-FFF2-40B4-BE49-F238E27FC236}">
                <a16:creationId xmlns:a16="http://schemas.microsoft.com/office/drawing/2014/main" id="{C9BA1009-B294-64EC-668B-FCA24281EFF9}"/>
              </a:ext>
            </a:extLst>
          </p:cNvPr>
          <p:cNvSpPr txBox="1">
            <a:spLocks/>
          </p:cNvSpPr>
          <p:nvPr/>
        </p:nvSpPr>
        <p:spPr>
          <a:xfrm>
            <a:off x="4177218" y="2598274"/>
            <a:ext cx="827881" cy="3694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1800" dirty="0"/>
              <a:t>YES</a:t>
            </a:r>
          </a:p>
        </p:txBody>
      </p:sp>
      <p:sp>
        <p:nvSpPr>
          <p:cNvPr id="11" name="Google Shape;6322;p60">
            <a:extLst>
              <a:ext uri="{FF2B5EF4-FFF2-40B4-BE49-F238E27FC236}">
                <a16:creationId xmlns:a16="http://schemas.microsoft.com/office/drawing/2014/main" id="{47FE044D-0716-BB0E-7908-D8C702E35189}"/>
              </a:ext>
            </a:extLst>
          </p:cNvPr>
          <p:cNvSpPr txBox="1">
            <a:spLocks/>
          </p:cNvSpPr>
          <p:nvPr/>
        </p:nvSpPr>
        <p:spPr>
          <a:xfrm>
            <a:off x="4182509" y="3930198"/>
            <a:ext cx="827881" cy="3694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1800" dirty="0"/>
              <a:t>NO</a:t>
            </a:r>
          </a:p>
        </p:txBody>
      </p:sp>
      <p:sp>
        <p:nvSpPr>
          <p:cNvPr id="12" name="Google Shape;6322;p60">
            <a:extLst>
              <a:ext uri="{FF2B5EF4-FFF2-40B4-BE49-F238E27FC236}">
                <a16:creationId xmlns:a16="http://schemas.microsoft.com/office/drawing/2014/main" id="{C77BF6A9-0D9B-56CE-AF08-A7C5833056CF}"/>
              </a:ext>
            </a:extLst>
          </p:cNvPr>
          <p:cNvSpPr txBox="1">
            <a:spLocks/>
          </p:cNvSpPr>
          <p:nvPr/>
        </p:nvSpPr>
        <p:spPr>
          <a:xfrm>
            <a:off x="330277" y="4338424"/>
            <a:ext cx="424354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2400"/>
              <a:t>TOTAL: 1776</a:t>
            </a:r>
          </a:p>
        </p:txBody>
      </p:sp>
      <p:graphicFrame>
        <p:nvGraphicFramePr>
          <p:cNvPr id="14" name="Chart 13">
            <a:extLst>
              <a:ext uri="{FF2B5EF4-FFF2-40B4-BE49-F238E27FC236}">
                <a16:creationId xmlns:a16="http://schemas.microsoft.com/office/drawing/2014/main" id="{811E9829-36C2-9869-D1A1-B9D6FC2B80BF}"/>
              </a:ext>
            </a:extLst>
          </p:cNvPr>
          <p:cNvGraphicFramePr>
            <a:graphicFrameLocks/>
          </p:cNvGraphicFramePr>
          <p:nvPr>
            <p:extLst>
              <p:ext uri="{D42A27DB-BD31-4B8C-83A1-F6EECF244321}">
                <p14:modId xmlns:p14="http://schemas.microsoft.com/office/powerpoint/2010/main" val="2208484323"/>
              </p:ext>
            </p:extLst>
          </p:nvPr>
        </p:nvGraphicFramePr>
        <p:xfrm>
          <a:off x="4987714" y="1979573"/>
          <a:ext cx="3319088" cy="2022047"/>
        </p:xfrm>
        <a:graphic>
          <a:graphicData uri="http://schemas.openxmlformats.org/drawingml/2006/chart">
            <c:chart xmlns:c="http://schemas.openxmlformats.org/drawingml/2006/chart" xmlns:r="http://schemas.openxmlformats.org/officeDocument/2006/relationships" r:id="rId4"/>
          </a:graphicData>
        </a:graphic>
      </p:graphicFrame>
      <p:sp>
        <p:nvSpPr>
          <p:cNvPr id="15" name="Google Shape;6322;p60">
            <a:extLst>
              <a:ext uri="{FF2B5EF4-FFF2-40B4-BE49-F238E27FC236}">
                <a16:creationId xmlns:a16="http://schemas.microsoft.com/office/drawing/2014/main" id="{23837129-FA15-E245-9FA9-326F283D00C0}"/>
              </a:ext>
            </a:extLst>
          </p:cNvPr>
          <p:cNvSpPr txBox="1">
            <a:spLocks/>
          </p:cNvSpPr>
          <p:nvPr/>
        </p:nvSpPr>
        <p:spPr>
          <a:xfrm>
            <a:off x="4525485" y="1282906"/>
            <a:ext cx="424354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2400"/>
              <a:t>ABOVE AVERAGE</a:t>
            </a:r>
          </a:p>
        </p:txBody>
      </p:sp>
      <p:sp>
        <p:nvSpPr>
          <p:cNvPr id="20" name="Google Shape;6322;p60">
            <a:extLst>
              <a:ext uri="{FF2B5EF4-FFF2-40B4-BE49-F238E27FC236}">
                <a16:creationId xmlns:a16="http://schemas.microsoft.com/office/drawing/2014/main" id="{7205BBD5-8EC0-E90E-634A-3713E4C68A8B}"/>
              </a:ext>
            </a:extLst>
          </p:cNvPr>
          <p:cNvSpPr txBox="1">
            <a:spLocks/>
          </p:cNvSpPr>
          <p:nvPr/>
        </p:nvSpPr>
        <p:spPr>
          <a:xfrm>
            <a:off x="4600409" y="4338424"/>
            <a:ext cx="424354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2400"/>
              <a:t>TOTAL: 1911</a:t>
            </a:r>
          </a:p>
        </p:txBody>
      </p:sp>
      <p:sp>
        <p:nvSpPr>
          <p:cNvPr id="23" name="Google Shape;6305;p58">
            <a:extLst>
              <a:ext uri="{FF2B5EF4-FFF2-40B4-BE49-F238E27FC236}">
                <a16:creationId xmlns:a16="http://schemas.microsoft.com/office/drawing/2014/main" id="{9AD15F1E-790D-3931-12F5-27CE70A7A30C}"/>
              </a:ext>
            </a:extLst>
          </p:cNvPr>
          <p:cNvSpPr txBox="1"/>
          <p:nvPr/>
        </p:nvSpPr>
        <p:spPr>
          <a:xfrm>
            <a:off x="6149092" y="3708909"/>
            <a:ext cx="1146180" cy="746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Bebas Neue"/>
                <a:ea typeface="Bebas Neue"/>
                <a:cs typeface="Bebas Neue"/>
                <a:sym typeface="Bebas Neue"/>
              </a:rPr>
              <a:t>75.7%</a:t>
            </a:r>
            <a:endParaRPr sz="2400">
              <a:solidFill>
                <a:schemeClr val="dk1"/>
              </a:solidFill>
              <a:latin typeface="Bebas Neue"/>
              <a:ea typeface="Bebas Neue"/>
              <a:cs typeface="Bebas Neue"/>
              <a:sym typeface="Bebas Neue"/>
            </a:endParaRPr>
          </a:p>
        </p:txBody>
      </p:sp>
      <p:sp>
        <p:nvSpPr>
          <p:cNvPr id="24" name="Google Shape;6304;p58">
            <a:extLst>
              <a:ext uri="{FF2B5EF4-FFF2-40B4-BE49-F238E27FC236}">
                <a16:creationId xmlns:a16="http://schemas.microsoft.com/office/drawing/2014/main" id="{C9050D15-638E-4037-02F0-48B447C4BC54}"/>
              </a:ext>
            </a:extLst>
          </p:cNvPr>
          <p:cNvSpPr txBox="1"/>
          <p:nvPr/>
        </p:nvSpPr>
        <p:spPr>
          <a:xfrm>
            <a:off x="7132416" y="1844636"/>
            <a:ext cx="881700" cy="746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Bebas Neue"/>
                <a:ea typeface="Bebas Neue"/>
                <a:cs typeface="Bebas Neue"/>
                <a:sym typeface="Bebas Neue"/>
              </a:rPr>
              <a:t>24.3%</a:t>
            </a:r>
            <a:endParaRPr sz="2400">
              <a:solidFill>
                <a:schemeClr val="dk1"/>
              </a:solidFill>
              <a:latin typeface="Bebas Neue"/>
              <a:ea typeface="Bebas Neue"/>
              <a:cs typeface="Bebas Neue"/>
              <a:sym typeface="Bebas Neue"/>
            </a:endParaRPr>
          </a:p>
        </p:txBody>
      </p:sp>
    </p:spTree>
    <p:extLst>
      <p:ext uri="{BB962C8B-B14F-4D97-AF65-F5344CB8AC3E}">
        <p14:creationId xmlns:p14="http://schemas.microsoft.com/office/powerpoint/2010/main" val="243305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321">
          <a:extLst>
            <a:ext uri="{FF2B5EF4-FFF2-40B4-BE49-F238E27FC236}">
              <a16:creationId xmlns:a16="http://schemas.microsoft.com/office/drawing/2014/main" id="{780B82D7-5922-2347-4C0F-50BE7D7A69FF}"/>
            </a:ext>
          </a:extLst>
        </p:cNvPr>
        <p:cNvGrpSpPr/>
        <p:nvPr/>
      </p:nvGrpSpPr>
      <p:grpSpPr>
        <a:xfrm>
          <a:off x="0" y="0"/>
          <a:ext cx="0" cy="0"/>
          <a:chOff x="0" y="0"/>
          <a:chExt cx="0" cy="0"/>
        </a:xfrm>
      </p:grpSpPr>
      <p:sp>
        <p:nvSpPr>
          <p:cNvPr id="6322" name="Google Shape;6322;p60">
            <a:extLst>
              <a:ext uri="{FF2B5EF4-FFF2-40B4-BE49-F238E27FC236}">
                <a16:creationId xmlns:a16="http://schemas.microsoft.com/office/drawing/2014/main" id="{FF8567E1-C092-7668-4DFE-5114A81F0A9D}"/>
              </a:ext>
            </a:extLst>
          </p:cNvPr>
          <p:cNvSpPr txBox="1">
            <a:spLocks noGrp="1"/>
          </p:cNvSpPr>
          <p:nvPr>
            <p:ph type="title"/>
          </p:nvPr>
        </p:nvSpPr>
        <p:spPr>
          <a:xfrm>
            <a:off x="335280" y="126518"/>
            <a:ext cx="8572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KEY INSIGHTS</a:t>
            </a:r>
            <a:endParaRPr dirty="0"/>
          </a:p>
        </p:txBody>
      </p:sp>
      <p:sp>
        <p:nvSpPr>
          <p:cNvPr id="2" name="TextBox 1">
            <a:extLst>
              <a:ext uri="{FF2B5EF4-FFF2-40B4-BE49-F238E27FC236}">
                <a16:creationId xmlns:a16="http://schemas.microsoft.com/office/drawing/2014/main" id="{741D53BB-03FA-FEA7-38E3-E4ED279E6279}"/>
              </a:ext>
            </a:extLst>
          </p:cNvPr>
          <p:cNvSpPr txBox="1"/>
          <p:nvPr/>
        </p:nvSpPr>
        <p:spPr>
          <a:xfrm>
            <a:off x="544830" y="546014"/>
            <a:ext cx="8214360" cy="4470968"/>
          </a:xfrm>
          <a:prstGeom prst="rect">
            <a:avLst/>
          </a:prstGeom>
          <a:noFill/>
        </p:spPr>
        <p:txBody>
          <a:bodyPr wrap="square">
            <a:spAutoFit/>
          </a:bodyPr>
          <a:lstStyle/>
          <a:p>
            <a:pPr marL="457200" marR="0" lvl="0" indent="-317500" algn="l" defTabSz="914400" rtl="0" eaLnBrk="1" fontAlgn="auto" latinLnBrk="0" hangingPunct="1">
              <a:lnSpc>
                <a:spcPct val="200000"/>
              </a:lnSpc>
              <a:spcBef>
                <a:spcPts val="1000"/>
              </a:spcBef>
              <a:spcAft>
                <a:spcPts val="0"/>
              </a:spcAft>
              <a:buClr>
                <a:srgbClr val="13394F"/>
              </a:buClr>
              <a:buSzPts val="1400"/>
              <a:buFont typeface="Lexend Deca Light"/>
              <a:buChar char="●"/>
              <a:tabLst/>
              <a:defRPr/>
            </a:pPr>
            <a:r>
              <a:rPr lang="en-US" sz="1600" dirty="0">
                <a:solidFill>
                  <a:srgbClr val="13394F"/>
                </a:solidFill>
                <a:latin typeface="Lexend Deca"/>
                <a:sym typeface="Lexend Deca"/>
              </a:rPr>
              <a:t>All other services directly affects value for money.</a:t>
            </a:r>
          </a:p>
          <a:p>
            <a:pPr marL="457200" marR="0" lvl="0" indent="-317500" algn="l" defTabSz="914400" rtl="0" eaLnBrk="1" fontAlgn="auto" latinLnBrk="0" hangingPunct="1">
              <a:lnSpc>
                <a:spcPct val="200000"/>
              </a:lnSpc>
              <a:spcBef>
                <a:spcPts val="1000"/>
              </a:spcBef>
              <a:spcAft>
                <a:spcPts val="0"/>
              </a:spcAft>
              <a:buClr>
                <a:srgbClr val="13394F"/>
              </a:buClr>
              <a:buSzPts val="1400"/>
              <a:buFont typeface="Lexend Deca Light"/>
              <a:buChar char="●"/>
              <a:tabLst/>
              <a:defRPr/>
            </a:pPr>
            <a:r>
              <a:rPr lang="en-US" sz="1600" dirty="0">
                <a:solidFill>
                  <a:srgbClr val="13394F"/>
                </a:solidFill>
                <a:latin typeface="Lexend Deca"/>
                <a:sym typeface="Lexend Deca"/>
              </a:rPr>
              <a:t>An increase in value for money predicts the highest increase by 55% in overall rating.</a:t>
            </a:r>
          </a:p>
          <a:p>
            <a:pPr marL="457200" marR="0" lvl="0" indent="-317500" algn="l" defTabSz="914400" rtl="0" eaLnBrk="1" fontAlgn="auto" latinLnBrk="0" hangingPunct="1">
              <a:lnSpc>
                <a:spcPct val="200000"/>
              </a:lnSpc>
              <a:spcBef>
                <a:spcPts val="1000"/>
              </a:spcBef>
              <a:spcAft>
                <a:spcPts val="0"/>
              </a:spcAft>
              <a:buClr>
                <a:srgbClr val="13394F"/>
              </a:buClr>
              <a:buSzPts val="1400"/>
              <a:buFont typeface="Lexend Deca Light"/>
              <a:buChar char="●"/>
              <a:tabLst/>
              <a:defRPr/>
            </a:pPr>
            <a:r>
              <a:rPr lang="en-US" sz="1600" dirty="0">
                <a:solidFill>
                  <a:srgbClr val="13394F"/>
                </a:solidFill>
                <a:latin typeface="Lexend Deca"/>
                <a:sym typeface="Lexend Deca"/>
              </a:rPr>
              <a:t>An increase in overall rating will increase the recommendation rate.</a:t>
            </a:r>
          </a:p>
          <a:p>
            <a:pPr marL="457200" marR="0" lvl="0" indent="-317500" algn="l" defTabSz="914400" rtl="0" eaLnBrk="1" fontAlgn="auto" latinLnBrk="0" hangingPunct="1">
              <a:lnSpc>
                <a:spcPct val="200000"/>
              </a:lnSpc>
              <a:spcBef>
                <a:spcPts val="1000"/>
              </a:spcBef>
              <a:spcAft>
                <a:spcPts val="0"/>
              </a:spcAft>
              <a:buClr>
                <a:srgbClr val="13394F"/>
              </a:buClr>
              <a:buSzPts val="1400"/>
              <a:buFont typeface="Lexend Deca Light"/>
              <a:buChar char="●"/>
              <a:tabLst/>
              <a:defRPr/>
            </a:pPr>
            <a:r>
              <a:rPr lang="en-US" sz="1600" b="1" dirty="0">
                <a:solidFill>
                  <a:srgbClr val="13394F"/>
                </a:solidFill>
                <a:latin typeface="Lexend Deca"/>
                <a:sym typeface="Lexend Deca"/>
              </a:rPr>
              <a:t>S</a:t>
            </a:r>
            <a:r>
              <a:rPr kumimoji="0" lang="en-US" sz="1600" b="1" i="0" u="none" strike="noStrike" kern="0" cap="none" spc="0" normalizeH="0" baseline="0" noProof="0" dirty="0" err="1">
                <a:ln>
                  <a:noFill/>
                </a:ln>
                <a:solidFill>
                  <a:srgbClr val="13394F"/>
                </a:solidFill>
                <a:effectLst/>
                <a:uLnTx/>
                <a:uFillTx/>
                <a:latin typeface="Lexend Deca"/>
                <a:sym typeface="Lexend Deca"/>
              </a:rPr>
              <a:t>hort</a:t>
            </a:r>
            <a:r>
              <a:rPr kumimoji="0" lang="en-US" sz="1600" b="1" i="0" u="none" strike="noStrike" kern="0" cap="none" spc="0" normalizeH="0" baseline="0" noProof="0" dirty="0">
                <a:ln>
                  <a:noFill/>
                </a:ln>
                <a:solidFill>
                  <a:srgbClr val="13394F"/>
                </a:solidFill>
                <a:effectLst/>
                <a:uLnTx/>
                <a:uFillTx/>
                <a:latin typeface="Lexend Deca"/>
                <a:sym typeface="Lexend Deca"/>
              </a:rPr>
              <a:t> haul flights: </a:t>
            </a:r>
            <a:r>
              <a:rPr kumimoji="0" lang="en-US" sz="1600" i="0" u="none" strike="noStrike" kern="0" cap="none" spc="0" normalizeH="0" baseline="0" noProof="0" dirty="0">
                <a:ln>
                  <a:noFill/>
                </a:ln>
                <a:solidFill>
                  <a:srgbClr val="13394F"/>
                </a:solidFill>
                <a:effectLst/>
                <a:uLnTx/>
                <a:uFillTx/>
                <a:latin typeface="Lexend Deca"/>
                <a:sym typeface="Lexend Deca"/>
              </a:rPr>
              <a:t>seat comforts, food and beverages, cabin staff correlates highly with value for money.</a:t>
            </a:r>
          </a:p>
          <a:p>
            <a:pPr marL="457200" marR="0" lvl="0" indent="-317500" algn="l" defTabSz="914400" rtl="0" eaLnBrk="1" fontAlgn="auto" latinLnBrk="0" hangingPunct="1">
              <a:lnSpc>
                <a:spcPct val="200000"/>
              </a:lnSpc>
              <a:spcBef>
                <a:spcPts val="1000"/>
              </a:spcBef>
              <a:spcAft>
                <a:spcPts val="0"/>
              </a:spcAft>
              <a:buClr>
                <a:srgbClr val="13394F"/>
              </a:buClr>
              <a:buSzPts val="1400"/>
              <a:buFont typeface="Lexend Deca Light"/>
              <a:buChar char="●"/>
              <a:tabLst/>
              <a:defRPr/>
            </a:pPr>
            <a:r>
              <a:rPr kumimoji="0" lang="en-US" sz="1600" b="1" i="0" u="none" strike="noStrike" kern="0" cap="none" spc="0" normalizeH="0" baseline="0" noProof="0" dirty="0">
                <a:ln>
                  <a:noFill/>
                </a:ln>
                <a:solidFill>
                  <a:srgbClr val="13394F"/>
                </a:solidFill>
                <a:effectLst/>
                <a:uLnTx/>
                <a:uFillTx/>
                <a:latin typeface="Lexend Deca"/>
                <a:sym typeface="Lexend Deca"/>
              </a:rPr>
              <a:t>Long haul flights</a:t>
            </a:r>
            <a:r>
              <a:rPr kumimoji="0" lang="en-US" sz="1600" i="0" u="none" strike="noStrike" kern="0" cap="none" spc="0" normalizeH="0" baseline="0" noProof="0" dirty="0">
                <a:ln>
                  <a:noFill/>
                </a:ln>
                <a:solidFill>
                  <a:srgbClr val="13394F"/>
                </a:solidFill>
                <a:effectLst/>
                <a:uLnTx/>
                <a:uFillTx/>
                <a:latin typeface="Lexend Deca"/>
                <a:sym typeface="Lexend Deca"/>
              </a:rPr>
              <a:t>: Food and beverages, seat comfort and cabin staff correlates highly with value for money.</a:t>
            </a:r>
          </a:p>
        </p:txBody>
      </p:sp>
    </p:spTree>
    <p:extLst>
      <p:ext uri="{BB962C8B-B14F-4D97-AF65-F5344CB8AC3E}">
        <p14:creationId xmlns:p14="http://schemas.microsoft.com/office/powerpoint/2010/main" val="1755381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89">
          <a:extLst>
            <a:ext uri="{FF2B5EF4-FFF2-40B4-BE49-F238E27FC236}">
              <a16:creationId xmlns:a16="http://schemas.microsoft.com/office/drawing/2014/main" id="{C88BA970-BDB8-5E07-D6F1-FC689A3A4BDF}"/>
            </a:ext>
          </a:extLst>
        </p:cNvPr>
        <p:cNvGrpSpPr/>
        <p:nvPr/>
      </p:nvGrpSpPr>
      <p:grpSpPr>
        <a:xfrm>
          <a:off x="0" y="0"/>
          <a:ext cx="0" cy="0"/>
          <a:chOff x="0" y="0"/>
          <a:chExt cx="0" cy="0"/>
        </a:xfrm>
      </p:grpSpPr>
      <p:sp>
        <p:nvSpPr>
          <p:cNvPr id="3790" name="Google Shape;3790;p37">
            <a:extLst>
              <a:ext uri="{FF2B5EF4-FFF2-40B4-BE49-F238E27FC236}">
                <a16:creationId xmlns:a16="http://schemas.microsoft.com/office/drawing/2014/main" id="{17AE91E1-132C-F902-596D-52826C440E6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reccomendations</a:t>
            </a:r>
            <a:endParaRPr/>
          </a:p>
        </p:txBody>
      </p:sp>
      <p:graphicFrame>
        <p:nvGraphicFramePr>
          <p:cNvPr id="3791" name="Google Shape;3791;p37">
            <a:extLst>
              <a:ext uri="{FF2B5EF4-FFF2-40B4-BE49-F238E27FC236}">
                <a16:creationId xmlns:a16="http://schemas.microsoft.com/office/drawing/2014/main" id="{51266627-21D6-BA4A-0F2D-3627E02057AC}"/>
              </a:ext>
            </a:extLst>
          </p:cNvPr>
          <p:cNvGraphicFramePr/>
          <p:nvPr>
            <p:extLst>
              <p:ext uri="{D42A27DB-BD31-4B8C-83A1-F6EECF244321}">
                <p14:modId xmlns:p14="http://schemas.microsoft.com/office/powerpoint/2010/main" val="2687605264"/>
              </p:ext>
            </p:extLst>
          </p:nvPr>
        </p:nvGraphicFramePr>
        <p:xfrm>
          <a:off x="720000" y="1533600"/>
          <a:ext cx="7997280" cy="3074400"/>
        </p:xfrm>
        <a:graphic>
          <a:graphicData uri="http://schemas.openxmlformats.org/drawingml/2006/table">
            <a:tbl>
              <a:tblPr>
                <a:noFill/>
                <a:tableStyleId>{1478BDCB-7E11-4DF6-B6E7-2EF10FA1E5F6}</a:tableStyleId>
              </a:tblPr>
              <a:tblGrid>
                <a:gridCol w="2063277">
                  <a:extLst>
                    <a:ext uri="{9D8B030D-6E8A-4147-A177-3AD203B41FA5}">
                      <a16:colId xmlns:a16="http://schemas.microsoft.com/office/drawing/2014/main" val="20000"/>
                    </a:ext>
                  </a:extLst>
                </a:gridCol>
                <a:gridCol w="5934003">
                  <a:extLst>
                    <a:ext uri="{9D8B030D-6E8A-4147-A177-3AD203B41FA5}">
                      <a16:colId xmlns:a16="http://schemas.microsoft.com/office/drawing/2014/main" val="20001"/>
                    </a:ext>
                  </a:extLst>
                </a:gridCol>
              </a:tblGrid>
              <a:tr h="614880">
                <a:tc>
                  <a:txBody>
                    <a:bodyPr/>
                    <a:lstStyle/>
                    <a:p>
                      <a:pPr marL="0" lvl="0" indent="0" algn="l" rtl="0">
                        <a:spcBef>
                          <a:spcPts val="0"/>
                        </a:spcBef>
                        <a:spcAft>
                          <a:spcPts val="0"/>
                        </a:spcAft>
                        <a:buNone/>
                      </a:pPr>
                      <a:r>
                        <a:rPr lang="en" sz="1600" b="1">
                          <a:solidFill>
                            <a:schemeClr val="dk1"/>
                          </a:solidFill>
                          <a:uFill>
                            <a:noFill/>
                          </a:uFill>
                          <a:latin typeface="Lexend Deca"/>
                          <a:ea typeface="Lexend Deca"/>
                          <a:cs typeface="Lexend Deca"/>
                          <a:sym typeface="Lexend Deca"/>
                        </a:rPr>
                        <a:t>Transparency</a:t>
                      </a:r>
                      <a:endParaRPr sz="1600" b="1">
                        <a:solidFill>
                          <a:schemeClr val="dk1"/>
                        </a:solidFill>
                        <a:latin typeface="Lexend Deca"/>
                        <a:ea typeface="Lexend Deca"/>
                        <a:cs typeface="Lexend Deca"/>
                        <a:sym typeface="Lexend Deca"/>
                      </a:endParaRPr>
                    </a:p>
                  </a:txBody>
                  <a:tcPr marL="91425" marR="91425" marT="0" marB="0" anchor="ctr">
                    <a:lnL w="19050" cap="flat" cmpd="sng">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solidFill>
                        <a:schemeClr val="accent5"/>
                      </a:solidFill>
                      <a:prstDash val="dash"/>
                      <a:round/>
                      <a:headEnd type="none" w="sm" len="sm"/>
                      <a:tailEnd type="none" w="sm" len="sm"/>
                    </a:lnB>
                    <a:solidFill>
                      <a:srgbClr val="FFFFFF">
                        <a:alpha val="34590"/>
                      </a:srgbClr>
                    </a:solidFill>
                  </a:tcPr>
                </a:tc>
                <a:tc>
                  <a:txBody>
                    <a:bodyPr/>
                    <a:lstStyle/>
                    <a:p>
                      <a:pPr marL="0" lvl="0" indent="0" algn="l" rtl="0">
                        <a:spcBef>
                          <a:spcPts val="0"/>
                        </a:spcBef>
                        <a:spcAft>
                          <a:spcPts val="1600"/>
                        </a:spcAft>
                        <a:buNone/>
                      </a:pPr>
                      <a:r>
                        <a:rPr lang="en-US" sz="1400" dirty="0">
                          <a:solidFill>
                            <a:schemeClr val="dk1"/>
                          </a:solidFill>
                          <a:latin typeface="Lexend Deca"/>
                          <a:ea typeface="Lexend Deca"/>
                          <a:cs typeface="Lexend Deca"/>
                          <a:sym typeface="Lexend Deca"/>
                        </a:rPr>
                        <a:t>Adding value by offering competitive and transparent fares with clear options</a:t>
                      </a:r>
                      <a:endParaRPr sz="1400" dirty="0">
                        <a:solidFill>
                          <a:schemeClr val="dk1"/>
                        </a:solidFill>
                        <a:latin typeface="Lexend Deca"/>
                        <a:ea typeface="Lexend Deca"/>
                        <a:cs typeface="Lexend Deca"/>
                        <a:sym typeface="Lexend Deca"/>
                      </a:endParaRPr>
                    </a:p>
                  </a:txBody>
                  <a:tcPr marL="91425" marR="91425" marT="0" marB="0" anchor="ctr">
                    <a:lnL w="19050" cap="flat" cmpd="sng" algn="ctr">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lgn="ctr">
                      <a:solidFill>
                        <a:schemeClr val="accent5"/>
                      </a:solidFill>
                      <a:prstDash val="dash"/>
                      <a:round/>
                      <a:headEnd type="none" w="sm" len="sm"/>
                      <a:tailEnd type="none" w="sm" len="sm"/>
                    </a:lnB>
                    <a:solidFill>
                      <a:srgbClr val="FFFFFF">
                        <a:alpha val="34590"/>
                      </a:srgbClr>
                    </a:solidFill>
                  </a:tcPr>
                </a:tc>
                <a:extLst>
                  <a:ext uri="{0D108BD9-81ED-4DB2-BD59-A6C34878D82A}">
                    <a16:rowId xmlns:a16="http://schemas.microsoft.com/office/drawing/2014/main" val="10000"/>
                  </a:ext>
                </a:extLst>
              </a:tr>
              <a:tr h="614880">
                <a:tc>
                  <a:txBody>
                    <a:bodyPr/>
                    <a:lstStyle/>
                    <a:p>
                      <a:pPr marL="0" lvl="0" indent="0" algn="l" rtl="0">
                        <a:spcBef>
                          <a:spcPts val="0"/>
                        </a:spcBef>
                        <a:spcAft>
                          <a:spcPts val="0"/>
                        </a:spcAft>
                        <a:buNone/>
                      </a:pPr>
                      <a:r>
                        <a:rPr lang="en" sz="1600" b="1">
                          <a:solidFill>
                            <a:schemeClr val="dk1"/>
                          </a:solidFill>
                          <a:uFill>
                            <a:noFill/>
                          </a:uFill>
                          <a:latin typeface="Lexend Deca"/>
                          <a:ea typeface="Lexend Deca"/>
                          <a:cs typeface="Lexend Deca"/>
                          <a:sym typeface="Lexend Deca"/>
                        </a:rPr>
                        <a:t>Avoid surprises </a:t>
                      </a:r>
                      <a:endParaRPr sz="1600" b="1">
                        <a:solidFill>
                          <a:schemeClr val="dk1"/>
                        </a:solidFill>
                        <a:latin typeface="Lexend Deca"/>
                        <a:ea typeface="Lexend Deca"/>
                        <a:cs typeface="Lexend Deca"/>
                        <a:sym typeface="Lexend Deca"/>
                      </a:endParaRPr>
                    </a:p>
                  </a:txBody>
                  <a:tcPr marL="91425" marR="91425" marT="0" marB="0" anchor="ctr">
                    <a:lnL w="19050" cap="flat" cmpd="sng">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solidFill>
                        <a:schemeClr val="accent5"/>
                      </a:solidFill>
                      <a:prstDash val="dash"/>
                      <a:round/>
                      <a:headEnd type="none" w="sm" len="sm"/>
                      <a:tailEnd type="none" w="sm" len="sm"/>
                    </a:lnB>
                    <a:solidFill>
                      <a:srgbClr val="FFFFFF">
                        <a:alpha val="34590"/>
                      </a:srgbClr>
                    </a:solidFill>
                  </a:tcPr>
                </a:tc>
                <a:tc>
                  <a:txBody>
                    <a:bodyPr/>
                    <a:lstStyle/>
                    <a:p>
                      <a:pPr marL="0" marR="0" lvl="0" indent="0" algn="l" rtl="0">
                        <a:lnSpc>
                          <a:spcPct val="100000"/>
                        </a:lnSpc>
                        <a:spcBef>
                          <a:spcPts val="0"/>
                        </a:spcBef>
                        <a:spcAft>
                          <a:spcPts val="1600"/>
                        </a:spcAft>
                        <a:buNone/>
                      </a:pPr>
                      <a:r>
                        <a:rPr lang="en" sz="1400">
                          <a:solidFill>
                            <a:schemeClr val="dk1"/>
                          </a:solidFill>
                          <a:latin typeface="Lexend Deca"/>
                          <a:ea typeface="Lexend Deca"/>
                          <a:cs typeface="Lexend Deca"/>
                          <a:sym typeface="Lexend Deca"/>
                        </a:rPr>
                        <a:t>Clearly display all fees including baggage, seat selection and any other charges</a:t>
                      </a:r>
                      <a:endParaRPr sz="1400">
                        <a:solidFill>
                          <a:schemeClr val="dk1"/>
                        </a:solidFill>
                        <a:latin typeface="Lexend Deca"/>
                        <a:ea typeface="Lexend Deca"/>
                        <a:cs typeface="Lexend Deca"/>
                        <a:sym typeface="Lexend Deca"/>
                      </a:endParaRPr>
                    </a:p>
                  </a:txBody>
                  <a:tcPr marL="91425" marR="91425" marT="0" marB="0" anchor="ctr">
                    <a:lnL w="19050" cap="flat" cmpd="sng" algn="ctr">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lgn="ctr">
                      <a:solidFill>
                        <a:schemeClr val="accent5"/>
                      </a:solidFill>
                      <a:prstDash val="dash"/>
                      <a:round/>
                      <a:headEnd type="none" w="sm" len="sm"/>
                      <a:tailEnd type="none" w="sm" len="sm"/>
                    </a:lnT>
                    <a:lnB w="19050" cap="flat" cmpd="sng" algn="ctr">
                      <a:solidFill>
                        <a:schemeClr val="accent5"/>
                      </a:solidFill>
                      <a:prstDash val="dash"/>
                      <a:round/>
                      <a:headEnd type="none" w="sm" len="sm"/>
                      <a:tailEnd type="none" w="sm" len="sm"/>
                    </a:lnB>
                    <a:solidFill>
                      <a:srgbClr val="FFFFFF">
                        <a:alpha val="34590"/>
                      </a:srgbClr>
                    </a:solidFill>
                  </a:tcPr>
                </a:tc>
                <a:extLst>
                  <a:ext uri="{0D108BD9-81ED-4DB2-BD59-A6C34878D82A}">
                    <a16:rowId xmlns:a16="http://schemas.microsoft.com/office/drawing/2014/main" val="10001"/>
                  </a:ext>
                </a:extLst>
              </a:tr>
              <a:tr h="614880">
                <a:tc>
                  <a:txBody>
                    <a:bodyPr/>
                    <a:lstStyle/>
                    <a:p>
                      <a:pPr marL="0" lvl="0" indent="0" algn="l" rtl="0">
                        <a:spcBef>
                          <a:spcPts val="0"/>
                        </a:spcBef>
                        <a:spcAft>
                          <a:spcPts val="0"/>
                        </a:spcAft>
                        <a:buNone/>
                      </a:pPr>
                      <a:r>
                        <a:rPr lang="en" sz="1600" b="1">
                          <a:solidFill>
                            <a:schemeClr val="dk1"/>
                          </a:solidFill>
                          <a:uFill>
                            <a:noFill/>
                          </a:uFill>
                          <a:latin typeface="Lexend Deca"/>
                          <a:ea typeface="Lexend Deca"/>
                          <a:cs typeface="Lexend Deca"/>
                          <a:sym typeface="Lexend Deca"/>
                        </a:rPr>
                        <a:t>Courtesy</a:t>
                      </a:r>
                      <a:endParaRPr sz="1600" b="1">
                        <a:solidFill>
                          <a:schemeClr val="dk1"/>
                        </a:solidFill>
                        <a:latin typeface="Lexend Deca"/>
                        <a:ea typeface="Lexend Deca"/>
                        <a:cs typeface="Lexend Deca"/>
                        <a:sym typeface="Lexend Deca"/>
                      </a:endParaRPr>
                    </a:p>
                  </a:txBody>
                  <a:tcPr marL="91425" marR="91425" marT="0" marB="0" anchor="ctr">
                    <a:lnL w="19050" cap="flat" cmpd="sng">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lgn="ctr">
                      <a:solidFill>
                        <a:schemeClr val="accent5"/>
                      </a:solidFill>
                      <a:prstDash val="dash"/>
                      <a:round/>
                      <a:headEnd type="none" w="sm" len="sm"/>
                      <a:tailEnd type="none" w="sm" len="sm"/>
                    </a:lnB>
                    <a:solidFill>
                      <a:srgbClr val="FFFFFF">
                        <a:alpha val="34590"/>
                      </a:srgbClr>
                    </a:solidFill>
                  </a:tcPr>
                </a:tc>
                <a:tc>
                  <a:txBody>
                    <a:bodyPr/>
                    <a:lstStyle/>
                    <a:p>
                      <a:pPr marL="0" lvl="0" indent="0" algn="l" rtl="0">
                        <a:spcBef>
                          <a:spcPts val="0"/>
                        </a:spcBef>
                        <a:spcAft>
                          <a:spcPts val="1600"/>
                        </a:spcAft>
                        <a:buNone/>
                      </a:pPr>
                      <a:r>
                        <a:rPr lang="en" sz="1400">
                          <a:solidFill>
                            <a:schemeClr val="dk1"/>
                          </a:solidFill>
                          <a:latin typeface="Lexend Deca"/>
                          <a:ea typeface="Lexend Deca"/>
                          <a:cs typeface="Lexend Deca"/>
                          <a:sym typeface="Lexend Deca"/>
                        </a:rPr>
                        <a:t>B.</a:t>
                      </a:r>
                      <a:r>
                        <a:rPr lang="en-US" sz="1400">
                          <a:solidFill>
                            <a:schemeClr val="dk1"/>
                          </a:solidFill>
                          <a:latin typeface="Lexend Deca"/>
                          <a:ea typeface="Lexend Deca"/>
                          <a:cs typeface="Lexend Deca"/>
                          <a:sym typeface="Lexend Deca"/>
                        </a:rPr>
                        <a:t>A</a:t>
                      </a:r>
                      <a:r>
                        <a:rPr lang="en" sz="1400">
                          <a:solidFill>
                            <a:schemeClr val="dk1"/>
                          </a:solidFill>
                          <a:latin typeface="Lexend Deca"/>
                          <a:ea typeface="Lexend Deca"/>
                          <a:cs typeface="Lexend Deca"/>
                          <a:sym typeface="Lexend Deca"/>
                        </a:rPr>
                        <a:t> should show efficient and helpfulness throughout the full journey experience</a:t>
                      </a:r>
                      <a:endParaRPr sz="1400">
                        <a:solidFill>
                          <a:schemeClr val="dk1"/>
                        </a:solidFill>
                        <a:latin typeface="Lexend Deca"/>
                        <a:ea typeface="Lexend Deca"/>
                        <a:cs typeface="Lexend Deca"/>
                        <a:sym typeface="Lexend Deca"/>
                      </a:endParaRPr>
                    </a:p>
                  </a:txBody>
                  <a:tcPr marL="91425" marR="91425" marT="0" marB="0" anchor="ctr">
                    <a:lnL w="19050" cap="flat" cmpd="sng" algn="ctr">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lgn="ctr">
                      <a:solidFill>
                        <a:schemeClr val="accent5"/>
                      </a:solidFill>
                      <a:prstDash val="dash"/>
                      <a:round/>
                      <a:headEnd type="none" w="sm" len="sm"/>
                      <a:tailEnd type="none" w="sm" len="sm"/>
                    </a:lnT>
                    <a:lnB w="19050" cap="flat" cmpd="sng" algn="ctr">
                      <a:solidFill>
                        <a:schemeClr val="accent5"/>
                      </a:solidFill>
                      <a:prstDash val="dash"/>
                      <a:round/>
                      <a:headEnd type="none" w="sm" len="sm"/>
                      <a:tailEnd type="none" w="sm" len="sm"/>
                    </a:lnB>
                    <a:solidFill>
                      <a:srgbClr val="FFFFFF">
                        <a:alpha val="34590"/>
                      </a:srgbClr>
                    </a:solidFill>
                  </a:tcPr>
                </a:tc>
                <a:extLst>
                  <a:ext uri="{0D108BD9-81ED-4DB2-BD59-A6C34878D82A}">
                    <a16:rowId xmlns:a16="http://schemas.microsoft.com/office/drawing/2014/main" val="10002"/>
                  </a:ext>
                </a:extLst>
              </a:tr>
              <a:tr h="614880">
                <a:tc>
                  <a:txBody>
                    <a:bodyPr/>
                    <a:lstStyle/>
                    <a:p>
                      <a:pPr marL="0" lvl="0" indent="0" algn="l" rtl="0">
                        <a:spcBef>
                          <a:spcPts val="0"/>
                        </a:spcBef>
                        <a:spcAft>
                          <a:spcPts val="0"/>
                        </a:spcAft>
                        <a:buNone/>
                      </a:pPr>
                      <a:r>
                        <a:rPr lang="en" sz="1600" b="1">
                          <a:solidFill>
                            <a:schemeClr val="dk1"/>
                          </a:solidFill>
                          <a:uFill>
                            <a:noFill/>
                          </a:uFill>
                          <a:latin typeface="Lexend Deca"/>
                          <a:ea typeface="Lexend Deca"/>
                          <a:cs typeface="Lexend Deca"/>
                          <a:sym typeface="Lexend Deca"/>
                        </a:rPr>
                        <a:t>Loyalty Program</a:t>
                      </a:r>
                      <a:endParaRPr sz="1600" b="1">
                        <a:solidFill>
                          <a:schemeClr val="dk1"/>
                        </a:solidFill>
                        <a:latin typeface="Lexend Deca"/>
                        <a:ea typeface="Lexend Deca"/>
                        <a:cs typeface="Lexend Deca"/>
                        <a:sym typeface="Lexend Deca"/>
                      </a:endParaRPr>
                    </a:p>
                  </a:txBody>
                  <a:tcPr marL="91425" marR="91425" marT="0" marB="0" anchor="ctr">
                    <a:lnL w="19050" cap="flat" cmpd="sng">
                      <a:solidFill>
                        <a:schemeClr val="accent5"/>
                      </a:solidFill>
                      <a:prstDash val="dash"/>
                      <a:round/>
                      <a:headEnd type="none" w="sm" len="sm"/>
                      <a:tailEnd type="none" w="sm" len="sm"/>
                    </a:lnL>
                    <a:lnR w="19050" cap="flat" cmpd="sng" algn="ctr">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lgn="ctr">
                      <a:solidFill>
                        <a:schemeClr val="accent5"/>
                      </a:solidFill>
                      <a:prstDash val="dash"/>
                      <a:round/>
                      <a:headEnd type="none" w="sm" len="sm"/>
                      <a:tailEnd type="none" w="sm" len="sm"/>
                    </a:lnB>
                    <a:solidFill>
                      <a:srgbClr val="FFFFFF">
                        <a:alpha val="34590"/>
                      </a:srgbClr>
                    </a:solidFill>
                  </a:tcPr>
                </a:tc>
                <a:tc>
                  <a:txBody>
                    <a:bodyPr/>
                    <a:lstStyle/>
                    <a:p>
                      <a:pPr marL="0" lvl="0" indent="0" algn="l" rtl="0">
                        <a:spcBef>
                          <a:spcPts val="0"/>
                        </a:spcBef>
                        <a:spcAft>
                          <a:spcPts val="1600"/>
                        </a:spcAft>
                        <a:buNone/>
                      </a:pPr>
                      <a:r>
                        <a:rPr lang="en-US" sz="1400">
                          <a:solidFill>
                            <a:schemeClr val="dk1"/>
                          </a:solidFill>
                          <a:latin typeface="Lexend Deca"/>
                          <a:ea typeface="Lexend Deca"/>
                          <a:cs typeface="Lexend Deca"/>
                          <a:sym typeface="Lexend Deca"/>
                        </a:rPr>
                        <a:t>Powered by Ai with assisted recommendations benefits bonus points and personalized perks to every frequent flyer</a:t>
                      </a:r>
                      <a:endParaRPr sz="1400">
                        <a:solidFill>
                          <a:schemeClr val="dk1"/>
                        </a:solidFill>
                        <a:latin typeface="Lexend Deca"/>
                        <a:ea typeface="Lexend Deca"/>
                        <a:cs typeface="Lexend Deca"/>
                        <a:sym typeface="Lexend Deca"/>
                      </a:endParaRPr>
                    </a:p>
                  </a:txBody>
                  <a:tcPr marL="91425" marR="91425" marT="0" marB="0" anchor="ctr">
                    <a:lnL w="19050" cap="flat" cmpd="sng" algn="ctr">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lgn="ctr">
                      <a:solidFill>
                        <a:schemeClr val="accent5"/>
                      </a:solidFill>
                      <a:prstDash val="dash"/>
                      <a:round/>
                      <a:headEnd type="none" w="sm" len="sm"/>
                      <a:tailEnd type="none" w="sm" len="sm"/>
                    </a:lnT>
                    <a:lnB w="19050" cap="flat" cmpd="sng" algn="ctr">
                      <a:solidFill>
                        <a:schemeClr val="accent5"/>
                      </a:solidFill>
                      <a:prstDash val="dash"/>
                      <a:round/>
                      <a:headEnd type="none" w="sm" len="sm"/>
                      <a:tailEnd type="none" w="sm" len="sm"/>
                    </a:lnB>
                    <a:solidFill>
                      <a:srgbClr val="FFFFFF">
                        <a:alpha val="34590"/>
                      </a:srgbClr>
                    </a:solidFill>
                  </a:tcPr>
                </a:tc>
                <a:extLst>
                  <a:ext uri="{0D108BD9-81ED-4DB2-BD59-A6C34878D82A}">
                    <a16:rowId xmlns:a16="http://schemas.microsoft.com/office/drawing/2014/main" val="3967008816"/>
                  </a:ext>
                </a:extLst>
              </a:tr>
              <a:tr h="614880">
                <a:tc>
                  <a:txBody>
                    <a:bodyPr/>
                    <a:lstStyle/>
                    <a:p>
                      <a:pPr marL="0" lvl="0" indent="0" algn="l" rtl="0">
                        <a:spcBef>
                          <a:spcPts val="0"/>
                        </a:spcBef>
                        <a:spcAft>
                          <a:spcPts val="0"/>
                        </a:spcAft>
                        <a:buNone/>
                      </a:pPr>
                      <a:r>
                        <a:rPr lang="en" sz="1600" b="1">
                          <a:solidFill>
                            <a:schemeClr val="dk1"/>
                          </a:solidFill>
                          <a:uFill>
                            <a:noFill/>
                          </a:uFill>
                          <a:latin typeface="Lexend Deca"/>
                          <a:ea typeface="Lexend Deca"/>
                          <a:cs typeface="Lexend Deca"/>
                          <a:sym typeface="Lexend Deca"/>
                        </a:rPr>
                        <a:t>Super value</a:t>
                      </a:r>
                      <a:endParaRPr sz="1600" b="1">
                        <a:solidFill>
                          <a:schemeClr val="dk1"/>
                        </a:solidFill>
                        <a:latin typeface="Lexend Deca"/>
                        <a:ea typeface="Lexend Deca"/>
                        <a:cs typeface="Lexend Deca"/>
                        <a:sym typeface="Lexend Deca"/>
                      </a:endParaRPr>
                    </a:p>
                  </a:txBody>
                  <a:tcPr marL="91425" marR="91425" marT="0" marB="0" anchor="ctr">
                    <a:lnL w="19050" cap="flat" cmpd="sng">
                      <a:solidFill>
                        <a:schemeClr val="accent5"/>
                      </a:solidFill>
                      <a:prstDash val="dash"/>
                      <a:round/>
                      <a:headEnd type="none" w="sm" len="sm"/>
                      <a:tailEnd type="none" w="sm" len="sm"/>
                    </a:lnL>
                    <a:lnR w="19050" cap="flat" cmpd="sng" algn="ctr">
                      <a:solidFill>
                        <a:schemeClr val="accent5"/>
                      </a:solidFill>
                      <a:prstDash val="dash"/>
                      <a:round/>
                      <a:headEnd type="none" w="sm" len="sm"/>
                      <a:tailEnd type="none" w="sm" len="sm"/>
                    </a:lnR>
                    <a:lnT w="19050" cap="flat" cmpd="sng">
                      <a:solidFill>
                        <a:schemeClr val="accent5"/>
                      </a:solidFill>
                      <a:prstDash val="dash"/>
                      <a:round/>
                      <a:headEnd type="none" w="sm" len="sm"/>
                      <a:tailEnd type="none" w="sm" len="sm"/>
                    </a:lnT>
                    <a:lnB w="19050" cap="flat" cmpd="sng">
                      <a:solidFill>
                        <a:schemeClr val="accent5"/>
                      </a:solidFill>
                      <a:prstDash val="dash"/>
                      <a:round/>
                      <a:headEnd type="none" w="sm" len="sm"/>
                      <a:tailEnd type="none" w="sm" len="sm"/>
                    </a:lnB>
                    <a:solidFill>
                      <a:srgbClr val="FFFFFF">
                        <a:alpha val="34590"/>
                      </a:srgbClr>
                    </a:solidFill>
                  </a:tcPr>
                </a:tc>
                <a:tc>
                  <a:txBody>
                    <a:bodyPr/>
                    <a:lstStyle/>
                    <a:p>
                      <a:pPr marL="0" marR="0" lvl="0" indent="0" algn="l" rtl="0">
                        <a:lnSpc>
                          <a:spcPct val="100000"/>
                        </a:lnSpc>
                        <a:spcBef>
                          <a:spcPts val="0"/>
                        </a:spcBef>
                        <a:spcAft>
                          <a:spcPts val="1600"/>
                        </a:spcAft>
                        <a:buNone/>
                      </a:pPr>
                      <a:r>
                        <a:rPr lang="en" sz="1400" dirty="0">
                          <a:solidFill>
                            <a:schemeClr val="dk1"/>
                          </a:solidFill>
                          <a:latin typeface="Lexend Deca"/>
                          <a:ea typeface="Lexend Deca"/>
                          <a:cs typeface="Lexend Deca"/>
                          <a:sym typeface="Lexend Deca"/>
                        </a:rPr>
                        <a:t>Offering options such as baggage pickup and or delivery, lounge access, car rentals, hotel bookings and lost and found support. </a:t>
                      </a:r>
                      <a:endParaRPr sz="1400" dirty="0">
                        <a:solidFill>
                          <a:schemeClr val="dk1"/>
                        </a:solidFill>
                        <a:latin typeface="Lexend Deca"/>
                        <a:ea typeface="Lexend Deca"/>
                        <a:cs typeface="Lexend Deca"/>
                        <a:sym typeface="Lexend Deca"/>
                      </a:endParaRPr>
                    </a:p>
                  </a:txBody>
                  <a:tcPr marL="91425" marR="91425" marT="0" marB="0" anchor="ctr">
                    <a:lnL w="19050" cap="flat" cmpd="sng" algn="ctr">
                      <a:solidFill>
                        <a:schemeClr val="accent5"/>
                      </a:solidFill>
                      <a:prstDash val="dash"/>
                      <a:round/>
                      <a:headEnd type="none" w="sm" len="sm"/>
                      <a:tailEnd type="none" w="sm" len="sm"/>
                    </a:lnL>
                    <a:lnR w="19050" cap="flat" cmpd="sng">
                      <a:solidFill>
                        <a:schemeClr val="accent5"/>
                      </a:solidFill>
                      <a:prstDash val="dash"/>
                      <a:round/>
                      <a:headEnd type="none" w="sm" len="sm"/>
                      <a:tailEnd type="none" w="sm" len="sm"/>
                    </a:lnR>
                    <a:lnT w="19050" cap="flat" cmpd="sng" algn="ctr">
                      <a:solidFill>
                        <a:schemeClr val="accent5"/>
                      </a:solidFill>
                      <a:prstDash val="dash"/>
                      <a:round/>
                      <a:headEnd type="none" w="sm" len="sm"/>
                      <a:tailEnd type="none" w="sm" len="sm"/>
                    </a:lnT>
                    <a:lnB w="19050" cap="flat" cmpd="sng" algn="ctr">
                      <a:solidFill>
                        <a:schemeClr val="accent5"/>
                      </a:solidFill>
                      <a:prstDash val="dash"/>
                      <a:round/>
                      <a:headEnd type="none" w="sm" len="sm"/>
                      <a:tailEnd type="none" w="sm" len="sm"/>
                    </a:lnB>
                    <a:solidFill>
                      <a:srgbClr val="FFFFFF">
                        <a:alpha val="34590"/>
                      </a:srgbClr>
                    </a:solidFill>
                  </a:tcPr>
                </a:tc>
                <a:extLst>
                  <a:ext uri="{0D108BD9-81ED-4DB2-BD59-A6C34878D82A}">
                    <a16:rowId xmlns:a16="http://schemas.microsoft.com/office/drawing/2014/main" val="2263560017"/>
                  </a:ext>
                </a:extLst>
              </a:tr>
            </a:tbl>
          </a:graphicData>
        </a:graphic>
      </p:graphicFrame>
    </p:spTree>
    <p:extLst>
      <p:ext uri="{BB962C8B-B14F-4D97-AF65-F5344CB8AC3E}">
        <p14:creationId xmlns:p14="http://schemas.microsoft.com/office/powerpoint/2010/main" val="3730784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89">
          <a:extLst>
            <a:ext uri="{FF2B5EF4-FFF2-40B4-BE49-F238E27FC236}">
              <a16:creationId xmlns:a16="http://schemas.microsoft.com/office/drawing/2014/main" id="{8EDAE18C-233D-6A97-14E7-A8FF2D877EFF}"/>
            </a:ext>
          </a:extLst>
        </p:cNvPr>
        <p:cNvGrpSpPr/>
        <p:nvPr/>
      </p:nvGrpSpPr>
      <p:grpSpPr>
        <a:xfrm>
          <a:off x="0" y="0"/>
          <a:ext cx="0" cy="0"/>
          <a:chOff x="0" y="0"/>
          <a:chExt cx="0" cy="0"/>
        </a:xfrm>
      </p:grpSpPr>
      <p:sp>
        <p:nvSpPr>
          <p:cNvPr id="3790" name="Google Shape;3790;p37">
            <a:extLst>
              <a:ext uri="{FF2B5EF4-FFF2-40B4-BE49-F238E27FC236}">
                <a16:creationId xmlns:a16="http://schemas.microsoft.com/office/drawing/2014/main" id="{2CDED627-AD1A-C655-3621-14995B1B56F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Specific recommendations</a:t>
            </a:r>
            <a:endParaRPr dirty="0"/>
          </a:p>
        </p:txBody>
      </p:sp>
      <p:sp>
        <p:nvSpPr>
          <p:cNvPr id="7" name="TextBox 6">
            <a:extLst>
              <a:ext uri="{FF2B5EF4-FFF2-40B4-BE49-F238E27FC236}">
                <a16:creationId xmlns:a16="http://schemas.microsoft.com/office/drawing/2014/main" id="{997463B5-7FF5-46D8-8900-BBD697FC828F}"/>
              </a:ext>
            </a:extLst>
          </p:cNvPr>
          <p:cNvSpPr txBox="1"/>
          <p:nvPr/>
        </p:nvSpPr>
        <p:spPr>
          <a:xfrm>
            <a:off x="592454" y="1180285"/>
            <a:ext cx="8287385" cy="4985980"/>
          </a:xfrm>
          <a:prstGeom prst="rect">
            <a:avLst/>
          </a:prstGeom>
          <a:noFill/>
        </p:spPr>
        <p:txBody>
          <a:bodyPr wrap="square">
            <a:spAutoFit/>
          </a:bodyPr>
          <a:lstStyle/>
          <a:p>
            <a:pPr marL="0" lvl="0" indent="0" algn="l" rtl="0">
              <a:spcBef>
                <a:spcPts val="0"/>
              </a:spcBef>
              <a:spcAft>
                <a:spcPts val="1600"/>
              </a:spcAft>
              <a:buNone/>
            </a:pPr>
            <a:r>
              <a:rPr lang="en-US" sz="1200" b="1" dirty="0">
                <a:solidFill>
                  <a:schemeClr val="dk1"/>
                </a:solidFill>
                <a:latin typeface="Lexend Deca"/>
                <a:ea typeface="Lexend Deca"/>
                <a:cs typeface="Lexend Deca"/>
                <a:sym typeface="Lexend Deca"/>
              </a:rPr>
              <a:t>British Airways was approved a £7bn transformation investment program that has been used to airline boost its operational performance to record levels. (2024-2026)​</a:t>
            </a:r>
          </a:p>
          <a:p>
            <a:pPr marL="285750" lvl="0" indent="-285750" algn="l" rtl="0">
              <a:spcBef>
                <a:spcPts val="0"/>
              </a:spcBef>
              <a:spcAft>
                <a:spcPts val="1600"/>
              </a:spcAft>
              <a:buFont typeface="Arial" panose="020B0604020202020204" pitchFamily="34" charset="0"/>
              <a:buChar char="•"/>
            </a:pPr>
            <a:r>
              <a:rPr lang="en-US" sz="1200" dirty="0">
                <a:solidFill>
                  <a:schemeClr val="dk1"/>
                </a:solidFill>
                <a:latin typeface="Lexend Deca"/>
                <a:ea typeface="Lexend Deca"/>
                <a:cs typeface="Lexend Deca"/>
                <a:sym typeface="Lexend Deca"/>
              </a:rPr>
              <a:t>£3.5 billion for new aircraft/fleet expansion​​</a:t>
            </a:r>
          </a:p>
          <a:p>
            <a:pPr marL="285750" lvl="0" indent="-285750" algn="l" rtl="0">
              <a:spcBef>
                <a:spcPts val="0"/>
              </a:spcBef>
              <a:spcAft>
                <a:spcPts val="1600"/>
              </a:spcAft>
              <a:buFont typeface="Arial" panose="020B0604020202020204" pitchFamily="34" charset="0"/>
              <a:buChar char="•"/>
            </a:pPr>
            <a:r>
              <a:rPr lang="en-US" sz="1200" dirty="0">
                <a:solidFill>
                  <a:schemeClr val="dk1"/>
                </a:solidFill>
                <a:latin typeface="Lexend Deca"/>
                <a:ea typeface="Lexend Deca"/>
                <a:cs typeface="Lexend Deca"/>
                <a:sym typeface="Lexend Deca"/>
              </a:rPr>
              <a:t>£100 million in AI, machine learning, and automation​​</a:t>
            </a:r>
          </a:p>
          <a:p>
            <a:pPr marL="285750" lvl="0" indent="-285750" algn="l" rtl="0">
              <a:spcBef>
                <a:spcPts val="0"/>
              </a:spcBef>
              <a:spcAft>
                <a:spcPts val="1600"/>
              </a:spcAft>
              <a:buFont typeface="Arial" panose="020B0604020202020204" pitchFamily="34" charset="0"/>
              <a:buChar char="•"/>
            </a:pPr>
            <a:r>
              <a:rPr lang="en-US" sz="1200" dirty="0">
                <a:solidFill>
                  <a:schemeClr val="dk1"/>
                </a:solidFill>
                <a:latin typeface="Lexend Deca"/>
                <a:ea typeface="Lexend Deca"/>
                <a:cs typeface="Lexend Deca"/>
                <a:sym typeface="Lexend Deca"/>
              </a:rPr>
              <a:t>£750 million upgrading IT infrastructure/cloud migration</a:t>
            </a:r>
          </a:p>
          <a:p>
            <a:pPr marL="285750" lvl="0" indent="-285750" algn="l" rtl="0">
              <a:spcBef>
                <a:spcPts val="0"/>
              </a:spcBef>
              <a:spcAft>
                <a:spcPts val="1600"/>
              </a:spcAft>
              <a:buFont typeface="Arial" panose="020B0604020202020204" pitchFamily="34" charset="0"/>
              <a:buChar char="•"/>
            </a:pPr>
            <a:r>
              <a:rPr lang="en-US" sz="1200" dirty="0">
                <a:solidFill>
                  <a:schemeClr val="dk1"/>
                </a:solidFill>
                <a:latin typeface="Lexend Deca"/>
                <a:ea typeface="Lexend Deca"/>
                <a:cs typeface="Lexend Deca"/>
                <a:sym typeface="Lexend Deca"/>
              </a:rPr>
              <a:t>£2.65 billion to be allocated for new and existing Lounges renovations, while cabin refurbishments (short-haul &amp; long-haul seats) was not yet been announced</a:t>
            </a:r>
          </a:p>
          <a:p>
            <a:pPr marL="171450" lvl="0" indent="-171450" algn="l" rtl="0">
              <a:spcBef>
                <a:spcPts val="0"/>
              </a:spcBef>
              <a:spcAft>
                <a:spcPts val="1600"/>
              </a:spcAft>
              <a:buFont typeface="Arial" panose="020B0604020202020204" pitchFamily="34" charset="0"/>
              <a:buChar char="•"/>
            </a:pPr>
            <a:r>
              <a:rPr lang="en-US" sz="1200" dirty="0">
                <a:solidFill>
                  <a:schemeClr val="dk1"/>
                </a:solidFill>
                <a:latin typeface="Lexend Deca"/>
                <a:ea typeface="Lexend Deca"/>
                <a:cs typeface="Lexend Deca"/>
                <a:sym typeface="Lexend Deca"/>
              </a:rPr>
              <a:t>A clear budget is needed to be assigned to refurbishing aircrafts for both Short and Long Hauls mainly for Economy and Business class (As an example, to refurbish an Airbus A320 cabin can range from £220,000 to £730,000 or more, depending on the scope and materials used.)​</a:t>
            </a:r>
          </a:p>
          <a:p>
            <a:pPr marL="171450" lvl="0" indent="-171450" algn="l" rtl="0">
              <a:spcBef>
                <a:spcPts val="0"/>
              </a:spcBef>
              <a:spcAft>
                <a:spcPts val="1600"/>
              </a:spcAft>
              <a:buFont typeface="Arial" panose="020B0604020202020204" pitchFamily="34" charset="0"/>
              <a:buChar char="•"/>
            </a:pPr>
            <a:r>
              <a:rPr lang="en-US" sz="1200" dirty="0">
                <a:solidFill>
                  <a:schemeClr val="dk1"/>
                </a:solidFill>
                <a:latin typeface="Lexend Deca"/>
                <a:ea typeface="Lexend Deca"/>
                <a:cs typeface="Lexend Deca"/>
                <a:sym typeface="Lexend Deca"/>
              </a:rPr>
              <a:t>Out of 250 aircrafts in operation, there are 92 units of A320s and 41 units of 787 that are considered out dated and need refurbishing to push forward into the comfort of customer. (considering the value of money factor, we suggest to allocate £250 million, averaging a maximum of £1.87 million per aircraft.</a:t>
            </a:r>
          </a:p>
          <a:p>
            <a:pPr lvl="0" algn="l" rtl="0">
              <a:spcBef>
                <a:spcPts val="0"/>
              </a:spcBef>
              <a:spcAft>
                <a:spcPts val="1600"/>
              </a:spcAft>
            </a:pPr>
            <a:endParaRPr lang="en-US" dirty="0">
              <a:solidFill>
                <a:schemeClr val="dk1"/>
              </a:solidFill>
              <a:latin typeface="Lexend Deca"/>
              <a:ea typeface="Lexend Deca"/>
              <a:cs typeface="Lexend Deca"/>
              <a:sym typeface="Lexend Deca"/>
            </a:endParaRPr>
          </a:p>
          <a:p>
            <a:pPr lvl="0" algn="l" rtl="0">
              <a:spcBef>
                <a:spcPts val="0"/>
              </a:spcBef>
              <a:spcAft>
                <a:spcPts val="1600"/>
              </a:spcAft>
            </a:pPr>
            <a:endParaRPr lang="en-US" sz="1400" dirty="0">
              <a:solidFill>
                <a:schemeClr val="dk1"/>
              </a:solidFill>
              <a:latin typeface="Lexend Deca"/>
              <a:ea typeface="Lexend Deca"/>
              <a:cs typeface="Lexend Deca"/>
              <a:sym typeface="Lexend Deca"/>
            </a:endParaRPr>
          </a:p>
          <a:p>
            <a:pPr lvl="0" algn="l" rtl="0">
              <a:spcBef>
                <a:spcPts val="0"/>
              </a:spcBef>
              <a:spcAft>
                <a:spcPts val="1600"/>
              </a:spcAft>
            </a:pPr>
            <a:r>
              <a:rPr lang="en-US" sz="1400" dirty="0">
                <a:solidFill>
                  <a:schemeClr val="dk1"/>
                </a:solidFill>
                <a:latin typeface="Lexend Deca"/>
                <a:ea typeface="Lexend Deca"/>
                <a:cs typeface="Lexend Deca"/>
                <a:sym typeface="Lexend Deca"/>
              </a:rPr>
              <a:t>​​</a:t>
            </a:r>
          </a:p>
        </p:txBody>
      </p:sp>
    </p:spTree>
    <p:extLst>
      <p:ext uri="{BB962C8B-B14F-4D97-AF65-F5344CB8AC3E}">
        <p14:creationId xmlns:p14="http://schemas.microsoft.com/office/powerpoint/2010/main" val="3086189973"/>
      </p:ext>
    </p:extLst>
  </p:cSld>
  <p:clrMapOvr>
    <a:masterClrMapping/>
  </p:clrMapOvr>
</p:sld>
</file>

<file path=ppt/theme/theme1.xml><?xml version="1.0" encoding="utf-8"?>
<a:theme xmlns:a="http://schemas.openxmlformats.org/drawingml/2006/main" name="Flying Airplane Theme by Slidesgo">
  <a:themeElements>
    <a:clrScheme name="Simple Light">
      <a:dk1>
        <a:srgbClr val="13394F"/>
      </a:dk1>
      <a:lt1>
        <a:srgbClr val="C8EAFF"/>
      </a:lt1>
      <a:dk2>
        <a:srgbClr val="3992C8"/>
      </a:dk2>
      <a:lt2>
        <a:srgbClr val="326663"/>
      </a:lt2>
      <a:accent1>
        <a:srgbClr val="5C8988"/>
      </a:accent1>
      <a:accent2>
        <a:srgbClr val="A5A284"/>
      </a:accent2>
      <a:accent3>
        <a:srgbClr val="D6D4B2"/>
      </a:accent3>
      <a:accent4>
        <a:srgbClr val="F5E6E4"/>
      </a:accent4>
      <a:accent5>
        <a:srgbClr val="FFFFFF"/>
      </a:accent5>
      <a:accent6>
        <a:srgbClr val="FFFFFF"/>
      </a:accent6>
      <a:hlink>
        <a:srgbClr val="13394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834</Words>
  <Application>Microsoft Office PowerPoint</Application>
  <PresentationFormat>On-screen Show (16:9)</PresentationFormat>
  <Paragraphs>133</Paragraphs>
  <Slides>16</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Anaheim</vt:lpstr>
      <vt:lpstr>Arial</vt:lpstr>
      <vt:lpstr>Lexend Deca</vt:lpstr>
      <vt:lpstr>Times New Roman</vt:lpstr>
      <vt:lpstr>Lexend Deca Light</vt:lpstr>
      <vt:lpstr>Bebas Neue</vt:lpstr>
      <vt:lpstr>Flying Airplane Theme by Slidesgo</vt:lpstr>
      <vt:lpstr>DO FREQUENT FLYERS FEEL CHEATED?</vt:lpstr>
      <vt:lpstr>An INTRODUCTION TO BRITISH AIRWAYS</vt:lpstr>
      <vt:lpstr>PowerPoint Presentation</vt:lpstr>
      <vt:lpstr>Long Haul KPI comparison between b.a and competitors</vt:lpstr>
      <vt:lpstr>B.A Strategic goals</vt:lpstr>
      <vt:lpstr>Problem dESCRIPTION</vt:lpstr>
      <vt:lpstr>HOW EVERYTHING CONNETS</vt:lpstr>
      <vt:lpstr>Nps rating shows that customers will NOT recommend the airline</vt:lpstr>
      <vt:lpstr>FOCUS WILL BE ON SHORT AND LONG HAUL BECAUSE There isn’t enough data in Medium haul</vt:lpstr>
      <vt:lpstr>Value for money has the lowest average rating when prioritizing MAIN factors FOR SHORT AND LONG</vt:lpstr>
      <vt:lpstr>MOST FLIGHTS FOR SHORT AND LONG HAULS ARE ECONOMY AND BUSINESS</vt:lpstr>
      <vt:lpstr>AVERAGE RATINGS FOR VALUE FOR MONEY HAS BEEN DECREASING FOR THE LAST 10 YEARS</vt:lpstr>
      <vt:lpstr>PEOPLE WHO RATED VALUE FOR MONEY BELOW AVERAGE TEND TO NOT RECOMMEND WHILE ABOVE AVERAGE RECOMMEND IT </vt:lpstr>
      <vt:lpstr>KEY INSIGHTS</vt:lpstr>
      <vt:lpstr>reccomendations</vt:lpstr>
      <vt:lpstr>Specific 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Ali Taheri</dc:creator>
  <cp:lastModifiedBy>Ali Taheri</cp:lastModifiedBy>
  <cp:revision>46</cp:revision>
  <dcterms:modified xsi:type="dcterms:W3CDTF">2025-06-30T11:01:19Z</dcterms:modified>
</cp:coreProperties>
</file>